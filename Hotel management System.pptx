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9"/>
  </p:notesMasterIdLst>
  <p:handoutMasterIdLst>
    <p:handoutMasterId r:id="rId20"/>
  </p:handoutMasterIdLst>
  <p:sldIdLst>
    <p:sldId id="260" r:id="rId5"/>
    <p:sldId id="261" r:id="rId6"/>
    <p:sldId id="272" r:id="rId7"/>
    <p:sldId id="262" r:id="rId8"/>
    <p:sldId id="265" r:id="rId9"/>
    <p:sldId id="264" r:id="rId10"/>
    <p:sldId id="267" r:id="rId11"/>
    <p:sldId id="268" r:id="rId12"/>
    <p:sldId id="269" r:id="rId13"/>
    <p:sldId id="270" r:id="rId14"/>
    <p:sldId id="271" r:id="rId15"/>
    <p:sldId id="275" r:id="rId16"/>
    <p:sldId id="274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250B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8"/>
  </p:normalViewPr>
  <p:slideViewPr>
    <p:cSldViewPr snapToGrid="0">
      <p:cViewPr varScale="1">
        <p:scale>
          <a:sx n="75" d="100"/>
          <a:sy n="75" d="100"/>
        </p:scale>
        <p:origin x="32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ln>
                  <a:solidFill>
                    <a:schemeClr val="bg1"/>
                  </a:solidFill>
                </a:ln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/>
              <a:t>Status Rooms Overviews</a:t>
            </a:r>
          </a:p>
        </c:rich>
      </c:tx>
      <c:layout>
        <c:manualLayout>
          <c:xMode val="edge"/>
          <c:yMode val="edge"/>
          <c:x val="0.16119487467912666"/>
          <c:y val="3.29591190139946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ln>
                <a:solidFill>
                  <a:schemeClr val="bg1"/>
                </a:solidFill>
              </a:ln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325069943180179"/>
          <c:y val="0.28141594451449098"/>
          <c:w val="0.49708834472614"/>
          <c:h val="0.5963628184804634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 Rooms Overview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AD-442C-BC9E-66725399B2AE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C6E-4950-9154-06BB98145B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C6E-4950-9154-06BB98145BE4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C6E-4950-9154-06BB98145BE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ln>
                      <a:solidFill>
                        <a:schemeClr val="bg1"/>
                      </a:solidFill>
                    </a:ln>
                    <a:solidFill>
                      <a:schemeClr val="bg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Avaiable</c:v>
                </c:pt>
                <c:pt idx="1">
                  <c:v>Occupined</c:v>
                </c:pt>
                <c:pt idx="2">
                  <c:v>Dirty</c:v>
                </c:pt>
                <c:pt idx="3">
                  <c:v>Maintance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55.2</c:v>
                </c:pt>
                <c:pt idx="1">
                  <c:v>20.2</c:v>
                </c:pt>
                <c:pt idx="2">
                  <c:v>15.4</c:v>
                </c:pt>
                <c:pt idx="3">
                  <c:v>10.199999999999999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AD-442C-BC9E-66725399B2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2545787545787546"/>
          <c:y val="0.19232986801213692"/>
          <c:w val="0.34706959706959706"/>
          <c:h val="0.726467426917911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ln>
                <a:solidFill>
                  <a:schemeClr val="bg1"/>
                </a:solidFill>
              </a:ln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1"/>
            </a:solidFill>
          </a:ln>
          <a:solidFill>
            <a:schemeClr val="bg2">
              <a:lumMod val="50000"/>
            </a:schemeClr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Monthly Overview incomes</a:t>
            </a:r>
          </a:p>
        </c:rich>
      </c:tx>
      <c:layout>
        <c:manualLayout>
          <c:xMode val="edge"/>
          <c:yMode val="edge"/>
          <c:x val="0.12107614530229761"/>
          <c:y val="5.55881400295886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4761428764477236E-2"/>
          <c:y val="0.32065690299650712"/>
          <c:w val="0.83048311587507406"/>
          <c:h val="0.54758038395209796"/>
        </c:manualLayout>
      </c:layout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6M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18-4D4F-A83E-4A161D6D6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28443007"/>
        <c:axId val="2047633231"/>
      </c:lineChart>
      <c:catAx>
        <c:axId val="2028443007"/>
        <c:scaling>
          <c:orientation val="minMax"/>
        </c:scaling>
        <c:delete val="0"/>
        <c:axPos val="b"/>
        <c:numFmt formatCode="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633231"/>
        <c:crosses val="autoZero"/>
        <c:auto val="1"/>
        <c:lblAlgn val="ctr"/>
        <c:lblOffset val="100"/>
        <c:noMultiLvlLbl val="0"/>
      </c:catAx>
      <c:valAx>
        <c:axId val="2047633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8443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0.38331</cdr:x>
      <cdr:y>0.16699</cdr:y>
    </cdr:from>
    <cdr:to>
      <cdr:x>0.45348</cdr:x>
      <cdr:y>0.2626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8EE434D0-6BDC-6694-A347-70EAEB5F4E9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1193099" y="381522"/>
          <a:ext cx="218429" cy="218429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2026-08-31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2026-08-31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98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ACF05-0E75-369F-D0E5-4D4042FC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AA8A7-2ED2-35E0-D78E-D16630844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79E9B-77F7-414B-1032-DC8B4CDFE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96E51-4E9D-8315-BCBF-B7EC581A2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86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74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9A0A-A79C-E32B-33FC-7F2FAA0F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31138-586A-93F5-1092-842AD0C9F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D9283-F2C1-914E-00AA-BE9841496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F7A4E-1E13-333F-B143-8965977FD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87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6AD3-CAF2-ED05-CE77-F3846D0F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913E9-B8BA-03D0-A1AA-21F93FC67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D1F46-A10C-D675-2375-7D4B262E8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1FF54-58CE-0EBE-AB23-19AD8AEAB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4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19FB-5B1D-3A4E-D7B5-C59B21360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9E85A-26E8-4606-CBAB-7C9570E8B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8D0E3-12EC-0B79-BFAF-F0F8BF53B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87271-F3DA-2C1E-3587-C1783AC5E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2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73BE-16A5-4E48-D0B3-B3FCECC6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64A57-A583-0F65-801B-0AE998878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00830-89DB-5027-6AEE-EBE9C14FD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9ED6B-6AD9-8F57-D827-3F8F762BD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15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3F87-6198-1917-9F9F-67F114E5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4F487-16B9-6C13-54E8-94010F967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C8456-04CD-6060-CE24-C729A630D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4024F-E123-7A44-AE92-F1C36E51D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20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2454-2B66-CDEA-514E-80DC33C3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32FB6-0686-8C0A-7116-45AD0C7B7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5513C-0277-B7EC-E68C-6FFD02D96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4A48B-79E1-9EAE-FF28-4C0B9857C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78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0267-A38D-DB85-5ABC-88800F03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96186-E945-7E81-D1E7-3510B8E65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5A4C7-C232-F6EC-DD22-2C91E91F8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7BFA1-B279-EA41-1693-AE5AF9AC6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74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5A02-C767-7EF3-012B-02BD7BE1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FAFC8-C3C3-8AF6-FE2C-3DC15E00C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83C75-DFBF-2AC7-A993-F3C45AC95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F6446-99C1-32D1-B59C-7DD6128EF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50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C307-887F-0AEB-E5F4-7EFE5F73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46634-B3EA-2CCB-B018-62C06C33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62E94-E9F8-B64E-A4D3-A87DDEEDC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FCC7C-FB4C-834E-8212-6B8A02155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3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www.publicdomainpictures.net/en/view-image.php?image=28763&amp;picture=plain-white-background" TargetMode="External"/><Relationship Id="rId5" Type="http://schemas.openxmlformats.org/officeDocument/2006/relationships/image" Target="../media/image25.jpg"/><Relationship Id="rId10" Type="http://schemas.openxmlformats.org/officeDocument/2006/relationships/image" Target="../media/image29.png"/><Relationship Id="rId4" Type="http://schemas.openxmlformats.org/officeDocument/2006/relationships/image" Target="../media/image5.jpe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www.publicdomainpictures.net/en/view-image.php?image=28763&amp;picture=plain-white-background" TargetMode="External"/><Relationship Id="rId11" Type="http://schemas.openxmlformats.org/officeDocument/2006/relationships/image" Target="../media/image30.png"/><Relationship Id="rId5" Type="http://schemas.openxmlformats.org/officeDocument/2006/relationships/image" Target="../media/image25.jpg"/><Relationship Id="rId10" Type="http://schemas.openxmlformats.org/officeDocument/2006/relationships/image" Target="../media/image29.png"/><Relationship Id="rId4" Type="http://schemas.openxmlformats.org/officeDocument/2006/relationships/image" Target="../media/image5.jpe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31.png"/><Relationship Id="rId21" Type="http://schemas.openxmlformats.org/officeDocument/2006/relationships/image" Target="../media/image45.png"/><Relationship Id="rId7" Type="http://schemas.openxmlformats.org/officeDocument/2006/relationships/chart" Target="../charts/chart1.xml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chart" Target="../charts/chart2.xml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27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18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5" Type="http://schemas.openxmlformats.org/officeDocument/2006/relationships/image" Target="../media/image47.png"/><Relationship Id="rId10" Type="http://schemas.openxmlformats.org/officeDocument/2006/relationships/image" Target="../media/image35.png"/><Relationship Id="rId19" Type="http://schemas.openxmlformats.org/officeDocument/2006/relationships/image" Target="../media/image50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18" Type="http://schemas.openxmlformats.org/officeDocument/2006/relationships/image" Target="../media/image52.png"/><Relationship Id="rId3" Type="http://schemas.openxmlformats.org/officeDocument/2006/relationships/image" Target="../media/image31.png"/><Relationship Id="rId21" Type="http://schemas.openxmlformats.org/officeDocument/2006/relationships/image" Target="../media/image55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9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24" Type="http://schemas.openxmlformats.org/officeDocument/2006/relationships/image" Target="../media/image42.png"/><Relationship Id="rId5" Type="http://schemas.openxmlformats.org/officeDocument/2006/relationships/image" Target="../media/image32.png"/><Relationship Id="rId15" Type="http://schemas.openxmlformats.org/officeDocument/2006/relationships/image" Target="../media/image47.png"/><Relationship Id="rId23" Type="http://schemas.openxmlformats.org/officeDocument/2006/relationships/image" Target="../media/image43.png"/><Relationship Id="rId10" Type="http://schemas.openxmlformats.org/officeDocument/2006/relationships/image" Target="../media/image35.png"/><Relationship Id="rId19" Type="http://schemas.openxmlformats.org/officeDocument/2006/relationships/image" Target="../media/image53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46.png"/><Relationship Id="rId22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1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5" Type="http://schemas.openxmlformats.org/officeDocument/2006/relationships/image" Target="../media/image47.png"/><Relationship Id="rId10" Type="http://schemas.openxmlformats.org/officeDocument/2006/relationships/image" Target="../media/image35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18" Type="http://schemas.openxmlformats.org/officeDocument/2006/relationships/image" Target="../media/image50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3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5" Type="http://schemas.openxmlformats.org/officeDocument/2006/relationships/image" Target="../media/image39.png"/><Relationship Id="rId10" Type="http://schemas.openxmlformats.org/officeDocument/2006/relationships/image" Target="../media/image35.png"/><Relationship Id="rId19" Type="http://schemas.openxmlformats.org/officeDocument/2006/relationships/image" Target="../media/image49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18" Type="http://schemas.openxmlformats.org/officeDocument/2006/relationships/image" Target="../media/image50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3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5" Type="http://schemas.openxmlformats.org/officeDocument/2006/relationships/image" Target="../media/image39.png"/><Relationship Id="rId10" Type="http://schemas.openxmlformats.org/officeDocument/2006/relationships/image" Target="../media/image35.png"/><Relationship Id="rId19" Type="http://schemas.openxmlformats.org/officeDocument/2006/relationships/image" Target="../media/image47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5" Type="http://schemas.openxmlformats.org/officeDocument/2006/relationships/image" Target="../media/image43.png"/><Relationship Id="rId10" Type="http://schemas.openxmlformats.org/officeDocument/2006/relationships/image" Target="../media/image35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8.png"/><Relationship Id="rId3" Type="http://schemas.openxmlformats.org/officeDocument/2006/relationships/image" Target="../media/image31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5" Type="http://schemas.openxmlformats.org/officeDocument/2006/relationships/image" Target="../media/image43.png"/><Relationship Id="rId10" Type="http://schemas.openxmlformats.org/officeDocument/2006/relationships/image" Target="../media/image35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6.png"/><Relationship Id="rId18" Type="http://schemas.openxmlformats.org/officeDocument/2006/relationships/image" Target="../media/image54.png"/><Relationship Id="rId3" Type="http://schemas.openxmlformats.org/officeDocument/2006/relationships/image" Target="../media/image31.png"/><Relationship Id="rId21" Type="http://schemas.openxmlformats.org/officeDocument/2006/relationships/image" Target="../media/image43.png"/><Relationship Id="rId7" Type="http://schemas.openxmlformats.org/officeDocument/2006/relationships/image" Target="../media/image26.png"/><Relationship Id="rId12" Type="http://schemas.openxmlformats.org/officeDocument/2006/relationships/image" Target="../media/image3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24" Type="http://schemas.openxmlformats.org/officeDocument/2006/relationships/image" Target="../media/image42.png"/><Relationship Id="rId5" Type="http://schemas.openxmlformats.org/officeDocument/2006/relationships/image" Target="../media/image32.png"/><Relationship Id="rId15" Type="http://schemas.openxmlformats.org/officeDocument/2006/relationships/image" Target="../media/image51.png"/><Relationship Id="rId23" Type="http://schemas.openxmlformats.org/officeDocument/2006/relationships/image" Target="../media/image44.png"/><Relationship Id="rId10" Type="http://schemas.openxmlformats.org/officeDocument/2006/relationships/image" Target="../media/image36.png"/><Relationship Id="rId19" Type="http://schemas.openxmlformats.org/officeDocument/2006/relationships/image" Target="../media/image55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5.png"/><Relationship Id="rId14" Type="http://schemas.openxmlformats.org/officeDocument/2006/relationships/image" Target="../media/image47.png"/><Relationship Id="rId22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7.png"/><Relationship Id="rId18" Type="http://schemas.openxmlformats.org/officeDocument/2006/relationships/image" Target="../media/image55.png"/><Relationship Id="rId3" Type="http://schemas.openxmlformats.org/officeDocument/2006/relationships/image" Target="../media/image31.png"/><Relationship Id="rId21" Type="http://schemas.openxmlformats.org/officeDocument/2006/relationships/image" Target="../media/image57.png"/><Relationship Id="rId7" Type="http://schemas.openxmlformats.org/officeDocument/2006/relationships/image" Target="../media/image26.png"/><Relationship Id="rId12" Type="http://schemas.openxmlformats.org/officeDocument/2006/relationships/image" Target="../media/image46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3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44.png"/><Relationship Id="rId5" Type="http://schemas.openxmlformats.org/officeDocument/2006/relationships/image" Target="../media/image32.png"/><Relationship Id="rId15" Type="http://schemas.openxmlformats.org/officeDocument/2006/relationships/image" Target="../media/image52.png"/><Relationship Id="rId23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56.png"/><Relationship Id="rId4" Type="http://schemas.openxmlformats.org/officeDocument/2006/relationships/hyperlink" Target="http://wdwparksgal-stock.deviantart.com/art/Dark-Blue-Sky-Banner-544166872" TargetMode="External"/><Relationship Id="rId9" Type="http://schemas.openxmlformats.org/officeDocument/2006/relationships/image" Target="../media/image36.png"/><Relationship Id="rId14" Type="http://schemas.openxmlformats.org/officeDocument/2006/relationships/image" Target="../media/image51.png"/><Relationship Id="rId22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 fontScale="90000"/>
          </a:bodyPr>
          <a:lstStyle/>
          <a:p>
            <a:r>
              <a:rPr lang="en-US" dirty="0"/>
              <a:t>Hotel management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Design by:</a:t>
            </a:r>
          </a:p>
          <a:p>
            <a:r>
              <a:rPr lang="en-US" dirty="0"/>
              <a:t>Hotel Management System Team(Group-5)</a:t>
            </a: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A638-4119-6B51-7B4D-392F9EB2E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96074"/>
            <a:ext cx="10827330" cy="635446"/>
          </a:xfrm>
        </p:spPr>
        <p:txBody>
          <a:bodyPr/>
          <a:lstStyle/>
          <a:p>
            <a:r>
              <a:rPr lang="en-US" dirty="0"/>
              <a:t>Login page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8FEF418-C916-2384-937D-A95B5827FF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2" b="7612"/>
          <a:stretch>
            <a:fillRect/>
          </a:stretch>
        </p:blipFill>
        <p:spPr>
          <a:xfrm>
            <a:off x="1443277" y="798897"/>
            <a:ext cx="8268614" cy="596302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7557AB4-8106-23CE-8D3C-BA7686A5D7A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274644" y="798897"/>
            <a:ext cx="4422553" cy="5963029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E2894D-F492-79B5-BD24-0D49DD8BB4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154" y="889986"/>
            <a:ext cx="1219048" cy="12190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A3F8B8-0B41-E470-70A7-101854CE67A8}"/>
              </a:ext>
            </a:extLst>
          </p:cNvPr>
          <p:cNvSpPr txBox="1"/>
          <p:nvPr/>
        </p:nvSpPr>
        <p:spPr>
          <a:xfrm>
            <a:off x="6325987" y="2338359"/>
            <a:ext cx="2319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gency FB" panose="020B0503020202020204" pitchFamily="34" charset="0"/>
              </a:rPr>
              <a:t>HOTEL MANAGEMENT</a:t>
            </a:r>
          </a:p>
          <a:p>
            <a:r>
              <a:rPr lang="en-US" sz="2400" b="1" dirty="0">
                <a:solidFill>
                  <a:srgbClr val="002060"/>
                </a:solidFill>
                <a:latin typeface="Agency FB" panose="020B0503020202020204" pitchFamily="34" charset="0"/>
              </a:rPr>
              <a:t>          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874F9F-5B3F-5241-8391-6DBF8157D552}"/>
              </a:ext>
            </a:extLst>
          </p:cNvPr>
          <p:cNvSpPr txBox="1"/>
          <p:nvPr/>
        </p:nvSpPr>
        <p:spPr>
          <a:xfrm>
            <a:off x="6420050" y="3157413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Agency FB" panose="020B0503020202020204" pitchFamily="34" charset="0"/>
              </a:rPr>
              <a:t>Please Login to your account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285240-CA81-28B9-57BC-B721D70F20F9}"/>
              </a:ext>
            </a:extLst>
          </p:cNvPr>
          <p:cNvSpPr/>
          <p:nvPr/>
        </p:nvSpPr>
        <p:spPr>
          <a:xfrm>
            <a:off x="5707781" y="3742966"/>
            <a:ext cx="3667225" cy="4908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C3DC67-0E20-A166-F0C1-4C1F2FC083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503" y="3815642"/>
            <a:ext cx="345536" cy="345536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AEEE8F6-E35E-148E-423F-5D4C5D7FA72E}"/>
              </a:ext>
            </a:extLst>
          </p:cNvPr>
          <p:cNvSpPr/>
          <p:nvPr/>
        </p:nvSpPr>
        <p:spPr>
          <a:xfrm>
            <a:off x="5712593" y="4562020"/>
            <a:ext cx="3667225" cy="4908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B07FB6E-7D5C-62FC-C8B9-7DD0DE1C64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503" y="4646355"/>
            <a:ext cx="345536" cy="34553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BA93CE9-24A5-A93C-3732-D955A226556E}"/>
              </a:ext>
            </a:extLst>
          </p:cNvPr>
          <p:cNvSpPr txBox="1"/>
          <p:nvPr/>
        </p:nvSpPr>
        <p:spPr>
          <a:xfrm>
            <a:off x="6325987" y="4622798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Password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A3868B-0571-D0B4-03F9-F1A70462256E}"/>
              </a:ext>
            </a:extLst>
          </p:cNvPr>
          <p:cNvSpPr txBox="1"/>
          <p:nvPr/>
        </p:nvSpPr>
        <p:spPr>
          <a:xfrm>
            <a:off x="6320761" y="3815642"/>
            <a:ext cx="1138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Username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D6CD2AC-0C9D-BFD7-91A6-87003FA274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693" y="4674431"/>
            <a:ext cx="286922" cy="28692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E0B06CF-AAA9-CD3A-A9B3-7574BDABFF07}"/>
              </a:ext>
            </a:extLst>
          </p:cNvPr>
          <p:cNvSpPr txBox="1"/>
          <p:nvPr/>
        </p:nvSpPr>
        <p:spPr>
          <a:xfrm>
            <a:off x="7838580" y="5165318"/>
            <a:ext cx="1699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Forget Password?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B48B65A-4A7B-B1A7-2DB5-028F8AA8A355}"/>
              </a:ext>
            </a:extLst>
          </p:cNvPr>
          <p:cNvSpPr/>
          <p:nvPr/>
        </p:nvSpPr>
        <p:spPr>
          <a:xfrm>
            <a:off x="8406077" y="5585505"/>
            <a:ext cx="968929" cy="302201"/>
          </a:xfrm>
          <a:prstGeom prst="roundRect">
            <a:avLst/>
          </a:prstGeom>
          <a:solidFill>
            <a:srgbClr val="3250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highlight>
                  <a:srgbClr val="3250BC"/>
                </a:highlight>
              </a:rPr>
              <a:t>Login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7E25B2-18DC-92D8-85A9-EEA4CA9A782C}"/>
              </a:ext>
            </a:extLst>
          </p:cNvPr>
          <p:cNvSpPr txBox="1"/>
          <p:nvPr/>
        </p:nvSpPr>
        <p:spPr>
          <a:xfrm>
            <a:off x="5707781" y="6316925"/>
            <a:ext cx="205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you have account?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4909F9-B117-0C60-AE87-2FBF9D337239}"/>
              </a:ext>
            </a:extLst>
          </p:cNvPr>
          <p:cNvSpPr txBox="1"/>
          <p:nvPr/>
        </p:nvSpPr>
        <p:spPr>
          <a:xfrm>
            <a:off x="7739742" y="6264956"/>
            <a:ext cx="106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Signup</a:t>
            </a:r>
          </a:p>
        </p:txBody>
      </p:sp>
    </p:spTree>
    <p:extLst>
      <p:ext uri="{BB962C8B-B14F-4D97-AF65-F5344CB8AC3E}">
        <p14:creationId xmlns:p14="http://schemas.microsoft.com/office/powerpoint/2010/main" val="25352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408A-946A-6AF7-89F5-DCBEB495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06DA-5668-3E07-8C97-573C4FCDA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96074"/>
            <a:ext cx="10827330" cy="635446"/>
          </a:xfrm>
        </p:spPr>
        <p:txBody>
          <a:bodyPr/>
          <a:lstStyle/>
          <a:p>
            <a:r>
              <a:rPr lang="en-US" dirty="0"/>
              <a:t>Login page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4CBE878-1249-CF35-CCED-12FB4B79E1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2" b="7612"/>
          <a:stretch>
            <a:fillRect/>
          </a:stretch>
        </p:blipFill>
        <p:spPr>
          <a:xfrm>
            <a:off x="1443277" y="798897"/>
            <a:ext cx="8268614" cy="596302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DD474EF0-F6E4-221C-A668-5FE9D4B630B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269417" y="778964"/>
            <a:ext cx="4422553" cy="5963029"/>
          </a:xfr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AD47DD-E6DF-DFC0-3EA0-C0735052BF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154" y="889986"/>
            <a:ext cx="1219048" cy="12190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202778-5742-A27F-B3A3-EC3ECD3E6AD5}"/>
              </a:ext>
            </a:extLst>
          </p:cNvPr>
          <p:cNvSpPr txBox="1"/>
          <p:nvPr/>
        </p:nvSpPr>
        <p:spPr>
          <a:xfrm>
            <a:off x="6320761" y="2089466"/>
            <a:ext cx="2319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gency FB" panose="020B0503020202020204" pitchFamily="34" charset="0"/>
              </a:rPr>
              <a:t>HOTEL MANAGEMENT</a:t>
            </a:r>
          </a:p>
          <a:p>
            <a:r>
              <a:rPr lang="en-US" sz="2400" b="1" dirty="0">
                <a:solidFill>
                  <a:srgbClr val="002060"/>
                </a:solidFill>
                <a:latin typeface="Agency FB" panose="020B0503020202020204" pitchFamily="34" charset="0"/>
              </a:rPr>
              <a:t>          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A34D0-8706-938A-3471-3E575FEF6BA4}"/>
              </a:ext>
            </a:extLst>
          </p:cNvPr>
          <p:cNvSpPr txBox="1"/>
          <p:nvPr/>
        </p:nvSpPr>
        <p:spPr>
          <a:xfrm>
            <a:off x="6421914" y="2803174"/>
            <a:ext cx="218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  <a:latin typeface="Agency FB" panose="020B0503020202020204" pitchFamily="34" charset="0"/>
              </a:rPr>
              <a:t>Please create your account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DCFE94-BFEA-53EE-2797-CEA60B19FE14}"/>
              </a:ext>
            </a:extLst>
          </p:cNvPr>
          <p:cNvSpPr/>
          <p:nvPr/>
        </p:nvSpPr>
        <p:spPr>
          <a:xfrm>
            <a:off x="5633245" y="3213855"/>
            <a:ext cx="3667225" cy="4203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F85424D-DCDA-814E-4378-772C5890DA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967" y="3286531"/>
            <a:ext cx="238989" cy="238989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49F2F7-D1B4-B03F-ADE0-EB750D00B3CD}"/>
              </a:ext>
            </a:extLst>
          </p:cNvPr>
          <p:cNvSpPr/>
          <p:nvPr/>
        </p:nvSpPr>
        <p:spPr>
          <a:xfrm>
            <a:off x="5647080" y="4629342"/>
            <a:ext cx="2360957" cy="3822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041C057-3B82-55DF-2B56-90340364D6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966" y="3776379"/>
            <a:ext cx="238989" cy="23898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32CFEB5-70ED-BEA9-110D-6C64CFB14006}"/>
              </a:ext>
            </a:extLst>
          </p:cNvPr>
          <p:cNvSpPr txBox="1"/>
          <p:nvPr/>
        </p:nvSpPr>
        <p:spPr>
          <a:xfrm>
            <a:off x="6014621" y="3760479"/>
            <a:ext cx="952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Password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4A6600-FA97-BE4E-3E91-D38AEB3B63CD}"/>
              </a:ext>
            </a:extLst>
          </p:cNvPr>
          <p:cNvSpPr txBox="1"/>
          <p:nvPr/>
        </p:nvSpPr>
        <p:spPr>
          <a:xfrm>
            <a:off x="6005956" y="3275111"/>
            <a:ext cx="1021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Username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47F761C-3DB0-06DE-395A-FCC9E0A04A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541" y="3791564"/>
            <a:ext cx="212819" cy="21281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BB3DE76-846D-4FDC-D98F-8D3E0546E51E}"/>
              </a:ext>
            </a:extLst>
          </p:cNvPr>
          <p:cNvSpPr txBox="1"/>
          <p:nvPr/>
        </p:nvSpPr>
        <p:spPr>
          <a:xfrm>
            <a:off x="7855592" y="5287801"/>
            <a:ext cx="1699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Forget Password?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04E92E8-41BD-094A-0E7D-A2FE84C458E9}"/>
              </a:ext>
            </a:extLst>
          </p:cNvPr>
          <p:cNvSpPr/>
          <p:nvPr/>
        </p:nvSpPr>
        <p:spPr>
          <a:xfrm>
            <a:off x="8110217" y="4679406"/>
            <a:ext cx="1190254" cy="332173"/>
          </a:xfrm>
          <a:prstGeom prst="roundRect">
            <a:avLst/>
          </a:prstGeom>
          <a:solidFill>
            <a:srgbClr val="3250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highlight>
                  <a:srgbClr val="3250BC"/>
                </a:highlight>
              </a:rPr>
              <a:t>Send OTP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EDD076-9125-C466-D444-91CDA473FE06}"/>
              </a:ext>
            </a:extLst>
          </p:cNvPr>
          <p:cNvSpPr txBox="1"/>
          <p:nvPr/>
        </p:nvSpPr>
        <p:spPr>
          <a:xfrm>
            <a:off x="5707781" y="6316925"/>
            <a:ext cx="2052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you have account?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489C62-11D2-745D-0D21-3632DCA49BEF}"/>
              </a:ext>
            </a:extLst>
          </p:cNvPr>
          <p:cNvSpPr txBox="1"/>
          <p:nvPr/>
        </p:nvSpPr>
        <p:spPr>
          <a:xfrm>
            <a:off x="7739742" y="6264956"/>
            <a:ext cx="1067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Login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8F4678-02C8-7BE3-6963-940443337078}"/>
              </a:ext>
            </a:extLst>
          </p:cNvPr>
          <p:cNvSpPr/>
          <p:nvPr/>
        </p:nvSpPr>
        <p:spPr>
          <a:xfrm>
            <a:off x="5633245" y="3712324"/>
            <a:ext cx="3667225" cy="4076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3115C-2A95-2898-81CC-D563BD8910C4}"/>
              </a:ext>
            </a:extLst>
          </p:cNvPr>
          <p:cNvSpPr txBox="1"/>
          <p:nvPr/>
        </p:nvSpPr>
        <p:spPr>
          <a:xfrm>
            <a:off x="6092536" y="4672182"/>
            <a:ext cx="64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OTP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E1ADAE-8119-228F-44C1-7330BFFCF6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259" y="4672182"/>
            <a:ext cx="265362" cy="265362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A158CB-5832-1A66-2072-15FB6FEDCA07}"/>
              </a:ext>
            </a:extLst>
          </p:cNvPr>
          <p:cNvSpPr/>
          <p:nvPr/>
        </p:nvSpPr>
        <p:spPr>
          <a:xfrm>
            <a:off x="5647080" y="4168864"/>
            <a:ext cx="3667225" cy="40761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CC21B4-61DE-4D62-8B32-9037EC75D91C}"/>
              </a:ext>
            </a:extLst>
          </p:cNvPr>
          <p:cNvSpPr txBox="1"/>
          <p:nvPr/>
        </p:nvSpPr>
        <p:spPr>
          <a:xfrm>
            <a:off x="5647080" y="4229694"/>
            <a:ext cx="358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Agency FB" panose="020B0503020202020204" pitchFamily="34" charset="0"/>
              </a:rPr>
              <a:t>✉️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3810EB-6C40-83C2-7035-D2FEF07E84BA}"/>
              </a:ext>
            </a:extLst>
          </p:cNvPr>
          <p:cNvSpPr txBox="1"/>
          <p:nvPr/>
        </p:nvSpPr>
        <p:spPr>
          <a:xfrm>
            <a:off x="6005955" y="4260472"/>
            <a:ext cx="96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Email</a:t>
            </a:r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527828B-9161-864B-41B2-6602C451E240}"/>
              </a:ext>
            </a:extLst>
          </p:cNvPr>
          <p:cNvSpPr/>
          <p:nvPr/>
        </p:nvSpPr>
        <p:spPr>
          <a:xfrm>
            <a:off x="8406076" y="5662955"/>
            <a:ext cx="968929" cy="302201"/>
          </a:xfrm>
          <a:prstGeom prst="roundRect">
            <a:avLst/>
          </a:prstGeom>
          <a:solidFill>
            <a:srgbClr val="3250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highlight>
                  <a:srgbClr val="3250BC"/>
                </a:highlight>
              </a:rPr>
              <a:t>Signup</a:t>
            </a:r>
          </a:p>
        </p:txBody>
      </p:sp>
    </p:spTree>
    <p:extLst>
      <p:ext uri="{BB962C8B-B14F-4D97-AF65-F5344CB8AC3E}">
        <p14:creationId xmlns:p14="http://schemas.microsoft.com/office/powerpoint/2010/main" val="16315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87BB421-F438-75D3-0808-172957B751A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2AC14E-EAF1-D921-E927-139E00858E4F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06DB23-EE5D-65FB-F8CD-14981533C234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95A831-1C31-DC6E-4E81-5D1342FBF74F}"/>
              </a:ext>
            </a:extLst>
          </p:cNvPr>
          <p:cNvSpPr/>
          <p:nvPr/>
        </p:nvSpPr>
        <p:spPr>
          <a:xfrm>
            <a:off x="2606434" y="-67430"/>
            <a:ext cx="149352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21C28F12-89B9-B4F6-D5D2-EC8397C98D0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70" y="71238"/>
            <a:ext cx="335806" cy="33580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8BA9168-1B1F-784E-26FE-CDEE69DF76F4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A99B91-939F-9295-CC3E-9833E4AA0B17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69BD411-6224-3ACF-B3C8-7D946FBE1F04}"/>
              </a:ext>
            </a:extLst>
          </p:cNvPr>
          <p:cNvGrpSpPr/>
          <p:nvPr/>
        </p:nvGrpSpPr>
        <p:grpSpPr>
          <a:xfrm>
            <a:off x="11817884" y="195885"/>
            <a:ext cx="160755" cy="108915"/>
            <a:chOff x="4683760" y="63805"/>
            <a:chExt cx="182880" cy="15276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7841FA7-1A91-096A-4571-B2A645D52DBE}"/>
                </a:ext>
              </a:extLst>
            </p:cNvPr>
            <p:cNvCxnSpPr>
              <a:cxnSpLocks/>
            </p:cNvCxnSpPr>
            <p:nvPr/>
          </p:nvCxnSpPr>
          <p:spPr>
            <a:xfrm>
              <a:off x="4683760" y="63805"/>
              <a:ext cx="81280" cy="152763"/>
            </a:xfrm>
            <a:prstGeom prst="line">
              <a:avLst/>
            </a:prstGeom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EABC9D8-D2B4-4BCF-0B84-E66C0FA4E8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5040" y="63805"/>
              <a:ext cx="101600" cy="152763"/>
            </a:xfrm>
            <a:prstGeom prst="line">
              <a:avLst/>
            </a:prstGeom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FEE7811F-FAB7-5FC4-5B80-FC7262DFD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34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7EF198D-510F-855E-5CEB-678CAC39998F}"/>
              </a:ext>
            </a:extLst>
          </p:cNvPr>
          <p:cNvSpPr/>
          <p:nvPr/>
        </p:nvSpPr>
        <p:spPr>
          <a:xfrm>
            <a:off x="2188694" y="47913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5DA74388-2A25-0205-0ECA-CC21F59ED051}"/>
              </a:ext>
            </a:extLst>
          </p:cNvPr>
          <p:cNvSpPr/>
          <p:nvPr/>
        </p:nvSpPr>
        <p:spPr>
          <a:xfrm>
            <a:off x="2702560" y="609600"/>
            <a:ext cx="1569989" cy="10384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A0D499F-EE67-8109-5F45-1B2E6EBCD839}"/>
              </a:ext>
            </a:extLst>
          </p:cNvPr>
          <p:cNvSpPr/>
          <p:nvPr/>
        </p:nvSpPr>
        <p:spPr>
          <a:xfrm>
            <a:off x="4603045" y="609600"/>
            <a:ext cx="1569989" cy="10384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69059EE-C2A4-CEF3-B5E5-25B4E3845227}"/>
              </a:ext>
            </a:extLst>
          </p:cNvPr>
          <p:cNvSpPr/>
          <p:nvPr/>
        </p:nvSpPr>
        <p:spPr>
          <a:xfrm>
            <a:off x="6518181" y="602928"/>
            <a:ext cx="1569989" cy="10384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9F6B9AAF-3F7E-A1FA-13C9-FEAA9895762B}"/>
              </a:ext>
            </a:extLst>
          </p:cNvPr>
          <p:cNvSpPr/>
          <p:nvPr/>
        </p:nvSpPr>
        <p:spPr>
          <a:xfrm>
            <a:off x="8433317" y="609600"/>
            <a:ext cx="1569989" cy="10384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674B406-449B-5A7D-E7E4-B22AA71C228E}"/>
              </a:ext>
            </a:extLst>
          </p:cNvPr>
          <p:cNvSpPr/>
          <p:nvPr/>
        </p:nvSpPr>
        <p:spPr>
          <a:xfrm>
            <a:off x="10302636" y="602928"/>
            <a:ext cx="1569989" cy="10384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80A9BC77-BC2B-5A84-9FB7-BF7F65B3B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078066"/>
              </p:ext>
            </p:extLst>
          </p:nvPr>
        </p:nvGraphicFramePr>
        <p:xfrm>
          <a:off x="2547009" y="1776393"/>
          <a:ext cx="2773680" cy="2432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80" name="Picture 79">
            <a:extLst>
              <a:ext uri="{FF2B5EF4-FFF2-40B4-BE49-F238E27FC236}">
                <a16:creationId xmlns:a16="http://schemas.microsoft.com/office/drawing/2014/main" id="{3A793AE5-5C38-AEB7-4F00-EE7B889F52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2D258E22-84C2-D614-4B4C-0AA751310DB5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9A3328B-76D2-A260-F605-0DC1F383E290}"/>
              </a:ext>
            </a:extLst>
          </p:cNvPr>
          <p:cNvSpPr/>
          <p:nvPr/>
        </p:nvSpPr>
        <p:spPr>
          <a:xfrm>
            <a:off x="0" y="1442720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CD8BB2-D4A3-38FE-610F-64C4086A01A4}"/>
              </a:ext>
            </a:extLst>
          </p:cNvPr>
          <p:cNvSpPr txBox="1"/>
          <p:nvPr/>
        </p:nvSpPr>
        <p:spPr>
          <a:xfrm>
            <a:off x="397680" y="1524350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6BF8F242-4DE4-8909-0D2B-80D9DA9C6C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C4D488C-22EC-A326-9BF7-01DA35FD04F6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A5F0D820-6DB9-5A5D-33EF-6F479C4218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3293E053-D54A-AD51-DF4C-30A9747B7D48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223695C2-CFF9-4A5B-C120-E6C8C144B5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D3204ED-4B21-4744-8851-A92518FDF017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EC5C5B10-7E5C-DE14-7568-ECC52131FE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A87F614A-0FED-6111-6B01-928E17C842C7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81D6F2F9-B91E-0297-FD43-EE37F91EB2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F941640-A0AC-6540-603F-D8E50825346D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6EF0033A-846D-1FB5-F65D-9D974058C5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FBDC3CCF-F79F-B9CD-C156-411B2B609627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556C2723-B7C3-0C36-44FD-E07C178804A3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1D97572-6613-F8F8-4566-C158478DA1F3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26AD307E-3AD0-82A1-6C3F-4BC31ED84D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342B209E-B241-D7C0-3257-FB7B80C94AF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280" y="918000"/>
            <a:ext cx="335970" cy="467403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EA0451FC-2A7D-3878-7EBE-331A01795A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522" y="685910"/>
            <a:ext cx="290112" cy="290112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C1C5BE39-F52B-1EC7-0530-1A58256D7037}"/>
              </a:ext>
            </a:extLst>
          </p:cNvPr>
          <p:cNvSpPr txBox="1"/>
          <p:nvPr/>
        </p:nvSpPr>
        <p:spPr>
          <a:xfrm>
            <a:off x="2766044" y="974939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Total room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787FF99-F81F-2939-0602-905F83553671}"/>
              </a:ext>
            </a:extLst>
          </p:cNvPr>
          <p:cNvSpPr txBox="1"/>
          <p:nvPr/>
        </p:nvSpPr>
        <p:spPr>
          <a:xfrm>
            <a:off x="3223971" y="1126639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110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EEC15DC-3D9B-25E3-D88B-8D8AF4B40AB1}"/>
              </a:ext>
            </a:extLst>
          </p:cNvPr>
          <p:cNvSpPr txBox="1"/>
          <p:nvPr/>
        </p:nvSpPr>
        <p:spPr>
          <a:xfrm>
            <a:off x="3351364" y="1401967"/>
            <a:ext cx="8178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All rooms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9AFBCB35-7395-8413-02C7-C0AE8105AEF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14" y="698108"/>
            <a:ext cx="333137" cy="333137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923B09FD-904C-BF6F-4EB0-105ABB90A527}"/>
              </a:ext>
            </a:extLst>
          </p:cNvPr>
          <p:cNvSpPr txBox="1"/>
          <p:nvPr/>
        </p:nvSpPr>
        <p:spPr>
          <a:xfrm>
            <a:off x="4878373" y="934032"/>
            <a:ext cx="9957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249B9DC-E4D0-58A2-8819-DD7E3C322664}"/>
              </a:ext>
            </a:extLst>
          </p:cNvPr>
          <p:cNvSpPr txBox="1"/>
          <p:nvPr/>
        </p:nvSpPr>
        <p:spPr>
          <a:xfrm>
            <a:off x="5312524" y="1066868"/>
            <a:ext cx="396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20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3B0BDE-CF9C-2AE8-CAE9-3B7EE726525A}"/>
              </a:ext>
            </a:extLst>
          </p:cNvPr>
          <p:cNvSpPr txBox="1"/>
          <p:nvPr/>
        </p:nvSpPr>
        <p:spPr>
          <a:xfrm>
            <a:off x="5343683" y="1371600"/>
            <a:ext cx="6719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Rooms</a:t>
            </a: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6DB7410D-E463-B410-52C2-84AC78E68EE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312" y="647308"/>
            <a:ext cx="345488" cy="345488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254CF373-17A7-4C51-4CB8-9DA58D092ACC}"/>
              </a:ext>
            </a:extLst>
          </p:cNvPr>
          <p:cNvSpPr txBox="1"/>
          <p:nvPr/>
        </p:nvSpPr>
        <p:spPr>
          <a:xfrm>
            <a:off x="6871728" y="751506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Today’s</a:t>
            </a:r>
          </a:p>
          <a:p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Check in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453F6A7-0320-22A1-488D-A85B96191F11}"/>
              </a:ext>
            </a:extLst>
          </p:cNvPr>
          <p:cNvSpPr txBox="1"/>
          <p:nvPr/>
        </p:nvSpPr>
        <p:spPr>
          <a:xfrm>
            <a:off x="7391192" y="1128827"/>
            <a:ext cx="396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12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3CB71C5-F37F-1C0D-530D-476A8F1B0084}"/>
              </a:ext>
            </a:extLst>
          </p:cNvPr>
          <p:cNvSpPr txBox="1"/>
          <p:nvPr/>
        </p:nvSpPr>
        <p:spPr>
          <a:xfrm>
            <a:off x="7002306" y="1383528"/>
            <a:ext cx="11384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New Check in</a:t>
            </a:r>
          </a:p>
        </p:txBody>
      </p:sp>
      <p:graphicFrame>
        <p:nvGraphicFramePr>
          <p:cNvPr id="154" name="Chart 153">
            <a:extLst>
              <a:ext uri="{FF2B5EF4-FFF2-40B4-BE49-F238E27FC236}">
                <a16:creationId xmlns:a16="http://schemas.microsoft.com/office/drawing/2014/main" id="{4BFD7DA5-28CE-33E5-C01C-849FFA7356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047910"/>
              </p:ext>
            </p:extLst>
          </p:nvPr>
        </p:nvGraphicFramePr>
        <p:xfrm>
          <a:off x="5287956" y="1844299"/>
          <a:ext cx="3112628" cy="228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1145F41F-635A-31CB-3FE2-C5FFAD0AE511}"/>
              </a:ext>
            </a:extLst>
          </p:cNvPr>
          <p:cNvSpPr/>
          <p:nvPr/>
        </p:nvSpPr>
        <p:spPr>
          <a:xfrm>
            <a:off x="5713664" y="2209596"/>
            <a:ext cx="1132915" cy="246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2684D3E-7EA4-74D5-CEA4-E574BA91C200}"/>
              </a:ext>
            </a:extLst>
          </p:cNvPr>
          <p:cNvSpPr txBox="1"/>
          <p:nvPr/>
        </p:nvSpPr>
        <p:spPr>
          <a:xfrm>
            <a:off x="5728649" y="2148606"/>
            <a:ext cx="797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badi" panose="020F0502020204030204" pitchFamily="34" charset="0"/>
                <a:cs typeface="Aharoni" panose="02010803020104030203" pitchFamily="2" charset="-79"/>
              </a:rPr>
              <a:t>monthly</a:t>
            </a: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11BFD0D7-EF40-19D1-CC72-754FDB1FE33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492" y="641528"/>
            <a:ext cx="349077" cy="349077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66D908D2-56BF-BE56-A92A-10E33020FC5D}"/>
              </a:ext>
            </a:extLst>
          </p:cNvPr>
          <p:cNvSpPr txBox="1"/>
          <p:nvPr/>
        </p:nvSpPr>
        <p:spPr>
          <a:xfrm>
            <a:off x="8849696" y="749315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Today’s</a:t>
            </a:r>
          </a:p>
          <a:p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Check out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F2CADB-6172-2EAD-000A-07C947B7BA03}"/>
              </a:ext>
            </a:extLst>
          </p:cNvPr>
          <p:cNvSpPr txBox="1"/>
          <p:nvPr/>
        </p:nvSpPr>
        <p:spPr>
          <a:xfrm>
            <a:off x="9363664" y="1111673"/>
            <a:ext cx="396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2065F23-4C3F-9B79-BAE5-6B7E97864BC2}"/>
              </a:ext>
            </a:extLst>
          </p:cNvPr>
          <p:cNvSpPr txBox="1"/>
          <p:nvPr/>
        </p:nvSpPr>
        <p:spPr>
          <a:xfrm>
            <a:off x="8812025" y="1371600"/>
            <a:ext cx="1233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New Check out</a:t>
            </a: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91549F4A-923A-C50D-DE90-EFF9084D18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508" y="582810"/>
            <a:ext cx="370765" cy="508543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0CC7FCAF-6219-953D-D72F-85A13F9B5E4F}"/>
              </a:ext>
            </a:extLst>
          </p:cNvPr>
          <p:cNvSpPr txBox="1"/>
          <p:nvPr/>
        </p:nvSpPr>
        <p:spPr>
          <a:xfrm>
            <a:off x="10652225" y="785473"/>
            <a:ext cx="925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Today’s</a:t>
            </a:r>
          </a:p>
          <a:p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Incomes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5DBD179-95EB-348B-3478-ED3FFA6696C7}"/>
              </a:ext>
            </a:extLst>
          </p:cNvPr>
          <p:cNvSpPr txBox="1"/>
          <p:nvPr/>
        </p:nvSpPr>
        <p:spPr>
          <a:xfrm>
            <a:off x="10684986" y="1149754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4500000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C4D92EC-1D3B-A143-45D0-A2316AACF8E4}"/>
              </a:ext>
            </a:extLst>
          </p:cNvPr>
          <p:cNvSpPr txBox="1"/>
          <p:nvPr/>
        </p:nvSpPr>
        <p:spPr>
          <a:xfrm>
            <a:off x="11174705" y="1401967"/>
            <a:ext cx="6286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Danga</a:t>
            </a:r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4ED0D20C-4E2C-7E7E-DF4D-244668D7FB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06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4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86B9-1DEB-5386-719D-E1A269DB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05ADAA8-7B4A-98E8-486E-8BFFF85FBAE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F8BC09-B0F5-6322-1204-ED868611B410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FD0D78-F3FA-8207-3D3E-86BDBDAC8DAF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0DA243-AA0A-2EA8-8C81-A1916D6C8B81}"/>
              </a:ext>
            </a:extLst>
          </p:cNvPr>
          <p:cNvSpPr/>
          <p:nvPr/>
        </p:nvSpPr>
        <p:spPr>
          <a:xfrm>
            <a:off x="2486803" y="-45235"/>
            <a:ext cx="3255239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B6965847-9ABB-13BA-450F-C390CAC339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870" y="93050"/>
            <a:ext cx="313993" cy="31399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7902444-ED30-5E75-6116-97CE24B54A66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1B96AE-21F6-DA0B-1A98-891581F04FAB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20DF12B-3A6E-4DDE-2FDA-D355DF03B2FD}"/>
              </a:ext>
            </a:extLst>
          </p:cNvPr>
          <p:cNvGrpSpPr/>
          <p:nvPr/>
        </p:nvGrpSpPr>
        <p:grpSpPr>
          <a:xfrm>
            <a:off x="11817884" y="195885"/>
            <a:ext cx="160755" cy="108915"/>
            <a:chOff x="4683760" y="63805"/>
            <a:chExt cx="182880" cy="15276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D01DFFD-F9CA-E3B4-1D6F-A653B0E83FA8}"/>
                </a:ext>
              </a:extLst>
            </p:cNvPr>
            <p:cNvCxnSpPr>
              <a:cxnSpLocks/>
            </p:cNvCxnSpPr>
            <p:nvPr/>
          </p:nvCxnSpPr>
          <p:spPr>
            <a:xfrm>
              <a:off x="4683760" y="63805"/>
              <a:ext cx="81280" cy="152763"/>
            </a:xfrm>
            <a:prstGeom prst="line">
              <a:avLst/>
            </a:prstGeom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CB3D27-6954-7419-501E-C2B8FD49D2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5040" y="63805"/>
              <a:ext cx="101600" cy="152763"/>
            </a:xfrm>
            <a:prstGeom prst="line">
              <a:avLst/>
            </a:prstGeom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919C2570-EBC1-F64A-6731-8D404B2924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78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268464DB-5E12-D8B0-8ADB-96D5C14F7E16}"/>
              </a:ext>
            </a:extLst>
          </p:cNvPr>
          <p:cNvSpPr/>
          <p:nvPr/>
        </p:nvSpPr>
        <p:spPr>
          <a:xfrm>
            <a:off x="2188694" y="44865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8626761D-B21B-F969-F18C-780199EBB6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7ADFB3E8-F923-6F50-3BE9-13EE3791FE66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4AB8A92-8717-041A-D3E1-EC90F5B88C10}"/>
              </a:ext>
            </a:extLst>
          </p:cNvPr>
          <p:cNvSpPr/>
          <p:nvPr/>
        </p:nvSpPr>
        <p:spPr>
          <a:xfrm>
            <a:off x="12171" y="2082765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9F8C99E-FECC-B12C-06D9-6F57EEB27928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9ADAAD1-487D-1B59-EC24-B2FDDA1CAE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2A2EF5F7-1659-27BE-505C-7C614D657CBB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D7D1CA39-94D5-98A5-8F7C-95C3BBD14A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912DE0DA-C17B-E780-5CD2-6BA7A4F51788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816BB8A8-4E08-ADC4-0F64-09726AD281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C88369EA-CA95-D06B-544F-721592363E98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D32AC27E-8480-74D8-8DE5-7A16DD7442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597445C7-AEDC-6E1F-0369-837AC89BA234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B35A5256-7B7E-3309-9A38-76D058E38D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7DB838B4-54DB-34A5-7A7A-EFBDB02E8CDA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033D0A1-8C90-9170-491E-19E0D15B66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98B095FA-BD95-EC55-3753-52766A79EDB7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033C630-B511-3782-D9E4-9AEB0F24634C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79B07E2-B23D-12C7-2207-AC531C764B18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2369E-970A-756A-B627-2E00FE8E732D}"/>
              </a:ext>
            </a:extLst>
          </p:cNvPr>
          <p:cNvSpPr txBox="1"/>
          <p:nvPr/>
        </p:nvSpPr>
        <p:spPr>
          <a:xfrm>
            <a:off x="2297528" y="555142"/>
            <a:ext cx="3770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Employees Management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6285E6-F8BF-01E3-AFA3-47AEB1047EF0}"/>
              </a:ext>
            </a:extLst>
          </p:cNvPr>
          <p:cNvSpPr/>
          <p:nvPr/>
        </p:nvSpPr>
        <p:spPr>
          <a:xfrm>
            <a:off x="8741880" y="572169"/>
            <a:ext cx="1186244" cy="31825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5616F9-C760-B5BD-C0E8-77089602BE8D}"/>
              </a:ext>
            </a:extLst>
          </p:cNvPr>
          <p:cNvSpPr/>
          <p:nvPr/>
        </p:nvSpPr>
        <p:spPr>
          <a:xfrm>
            <a:off x="10048240" y="541689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4FB6F8-C35B-0268-3170-2E38B1CD61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251" y="595782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45E188-5532-0242-7FC8-752C7A14F02D}"/>
              </a:ext>
            </a:extLst>
          </p:cNvPr>
          <p:cNvSpPr txBox="1"/>
          <p:nvPr/>
        </p:nvSpPr>
        <p:spPr>
          <a:xfrm>
            <a:off x="10062359" y="536469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Employees…..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3FF420-4294-9D62-4E78-C6E2A79311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66" y="592488"/>
            <a:ext cx="402588" cy="2625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9752D2-B1E5-65DA-D187-670A494FE6D9}"/>
              </a:ext>
            </a:extLst>
          </p:cNvPr>
          <p:cNvSpPr txBox="1"/>
          <p:nvPr/>
        </p:nvSpPr>
        <p:spPr>
          <a:xfrm>
            <a:off x="9279675" y="52109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Add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E6F39D-5FEA-1DA3-227A-FA443F307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489417"/>
              </p:ext>
            </p:extLst>
          </p:nvPr>
        </p:nvGraphicFramePr>
        <p:xfrm>
          <a:off x="2384021" y="1215549"/>
          <a:ext cx="9752522" cy="503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898">
                  <a:extLst>
                    <a:ext uri="{9D8B030D-6E8A-4147-A177-3AD203B41FA5}">
                      <a16:colId xmlns:a16="http://schemas.microsoft.com/office/drawing/2014/main" val="399707478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039949873"/>
                    </a:ext>
                  </a:extLst>
                </a:gridCol>
                <a:gridCol w="1439848">
                  <a:extLst>
                    <a:ext uri="{9D8B030D-6E8A-4147-A177-3AD203B41FA5}">
                      <a16:colId xmlns:a16="http://schemas.microsoft.com/office/drawing/2014/main" val="2850553880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162984861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214060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883091042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1755175168"/>
                    </a:ext>
                  </a:extLst>
                </a:gridCol>
                <a:gridCol w="999136">
                  <a:extLst>
                    <a:ext uri="{9D8B030D-6E8A-4147-A177-3AD203B41FA5}">
                      <a16:colId xmlns:a16="http://schemas.microsoft.com/office/drawing/2014/main" val="658057965"/>
                    </a:ext>
                  </a:extLst>
                </a:gridCol>
              </a:tblGrid>
              <a:tr h="602154">
                <a:tc>
                  <a:txBody>
                    <a:bodyPr/>
                    <a:lstStyle/>
                    <a:p>
                      <a:r>
                        <a:rPr lang="en-US" dirty="0"/>
                        <a:t>Employee 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</a:t>
                      </a:r>
                    </a:p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Experiance</a:t>
                      </a:r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688627"/>
                  </a:ext>
                </a:extLst>
              </a:tr>
              <a:tr h="344088">
                <a:tc>
                  <a:txBody>
                    <a:bodyPr/>
                    <a:lstStyle/>
                    <a:p>
                      <a:r>
                        <a:rPr lang="en-US" sz="1600" dirty="0"/>
                        <a:t>Em-0001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Aung H Kyaw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36428"/>
                  </a:ext>
                </a:extLst>
              </a:tr>
              <a:tr h="592931">
                <a:tc>
                  <a:txBody>
                    <a:bodyPr/>
                    <a:lstStyle/>
                    <a:p>
                      <a:r>
                        <a:rPr lang="en-US" sz="1600" dirty="0"/>
                        <a:t>Em-0002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Khine S 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Receptionist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45068"/>
                  </a:ext>
                </a:extLst>
              </a:tr>
              <a:tr h="646027">
                <a:tc>
                  <a:txBody>
                    <a:bodyPr/>
                    <a:lstStyle/>
                    <a:p>
                      <a:r>
                        <a:rPr lang="en-US" sz="1600" dirty="0"/>
                        <a:t>Em-0003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Myo H Aung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HouseKeeping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012474"/>
                  </a:ext>
                </a:extLst>
              </a:tr>
              <a:tr h="344088">
                <a:tc>
                  <a:txBody>
                    <a:bodyPr/>
                    <a:lstStyle/>
                    <a:p>
                      <a:r>
                        <a:rPr lang="en-US" sz="1600" dirty="0"/>
                        <a:t>Em-0004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Zaw N 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Kitchen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93105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lang="en-US" sz="1600" dirty="0"/>
                        <a:t>Em-0005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Aung T Thar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079476"/>
                  </a:ext>
                </a:extLst>
              </a:tr>
              <a:tr h="545093">
                <a:tc>
                  <a:txBody>
                    <a:bodyPr/>
                    <a:lstStyle/>
                    <a:p>
                      <a:r>
                        <a:rPr lang="en-US" sz="1600" dirty="0"/>
                        <a:t>Em-0006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Kyaw K Naing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Room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105878"/>
                  </a:ext>
                </a:extLst>
              </a:tr>
              <a:tr h="466008">
                <a:tc>
                  <a:txBody>
                    <a:bodyPr/>
                    <a:lstStyle/>
                    <a:p>
                      <a:r>
                        <a:rPr lang="en-US" sz="1600" dirty="0"/>
                        <a:t>Em-0007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Phyoe E Htun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Kitchen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1163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1600" dirty="0"/>
                        <a:t>Em-0008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 </a:t>
                      </a:r>
                      <a:r>
                        <a:rPr lang="en-US" sz="1600" dirty="0" err="1"/>
                        <a:t>Ma</a:t>
                      </a:r>
                      <a:r>
                        <a:rPr lang="en-US" sz="1600" dirty="0"/>
                        <a:t>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Termin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614508"/>
                  </a:ext>
                </a:extLst>
              </a:tr>
              <a:tr h="344088">
                <a:tc>
                  <a:txBody>
                    <a:bodyPr/>
                    <a:lstStyle/>
                    <a:p>
                      <a:r>
                        <a:rPr lang="en-US" sz="1600" dirty="0"/>
                        <a:t>Em-0009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Mra</a:t>
                      </a:r>
                      <a:r>
                        <a:rPr lang="en-US" sz="1600" dirty="0"/>
                        <a:t> Sandar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25-10-2025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850290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0587D206-11A8-74FF-A305-352F6E15AE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491" y="1864385"/>
            <a:ext cx="231512" cy="2315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516CA0-BC13-D44A-EE27-728566CAFE7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083" y="2317480"/>
            <a:ext cx="231513" cy="2315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341D47-7EFD-AEF5-DDC3-A3ACDFB7953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120" y="3008375"/>
            <a:ext cx="231513" cy="2315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E01911-A4BF-DB3B-D8D3-982A1ABF63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8047" y="3924193"/>
            <a:ext cx="225549" cy="2255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F6CCC05-1CA4-90F2-E205-7B68D0EAD4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8047" y="4364713"/>
            <a:ext cx="219586" cy="2195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4514BF0-2D61-240F-2A36-20D9A70D7D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80" y="4975463"/>
            <a:ext cx="221353" cy="2213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5C2B826-BECB-619B-0631-E7C0D643A5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79" y="5497262"/>
            <a:ext cx="221353" cy="22135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43EF4CA-8E53-3660-B26C-80D564F00FE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280" y="5948677"/>
            <a:ext cx="231512" cy="2315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FA1D028-AF67-4F0F-27A5-3670D72E80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083" y="3517662"/>
            <a:ext cx="225549" cy="22554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A8B07F1-A4AF-9440-CAD5-14ABA9582AF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1963" y="1864383"/>
            <a:ext cx="274301" cy="2743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35377F4-4762-CE34-826C-023AC2EE4ED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903" y="2992293"/>
            <a:ext cx="274301" cy="2743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886AB0A-703C-6F88-8AF3-BED645C297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903" y="2337426"/>
            <a:ext cx="274301" cy="27430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AABDDE0-B517-4651-556D-AD42E7CCA3E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277" y="3489655"/>
            <a:ext cx="274301" cy="2743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5C9CB10-D631-B338-BFB8-F4D68732679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33" y="5975702"/>
            <a:ext cx="274301" cy="2743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36E33C5-D678-7DD1-4F59-1963B852A8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834" y="5502659"/>
            <a:ext cx="274301" cy="27430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B70E384-65B3-3AF0-4F1B-4F7D14F7FC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276" y="4926690"/>
            <a:ext cx="274301" cy="27430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BA0CA7D-FAB3-43DC-3C19-5F195F42131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903" y="4356190"/>
            <a:ext cx="274301" cy="27430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3CA994A-AC14-875C-8C4D-C2E1A89E42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884" y="3894149"/>
            <a:ext cx="274301" cy="27430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2EA930F-4291-0B69-1E20-C76FEEA86A7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A0373-6073-66B7-EEB6-722647069C2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204" y="1844382"/>
            <a:ext cx="274302" cy="2743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116306-FD46-727D-2253-9F9DC37B0BC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910" y="2971469"/>
            <a:ext cx="274302" cy="2743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4BEC57-EA7E-5CF9-99DF-8882119D2C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204" y="3490549"/>
            <a:ext cx="274302" cy="27430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98284D-8B1A-AE95-961E-59F7AD9DFC7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204" y="2319453"/>
            <a:ext cx="274302" cy="27430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C1F65A6-23A0-6FEC-ECF3-FBF4DE70996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949" y="3920183"/>
            <a:ext cx="274302" cy="27430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2250355-2D2F-FC73-26D2-C1CB331D04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423" y="4334233"/>
            <a:ext cx="274302" cy="27430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BFE6B35-DADC-34A2-4BDD-3AFB75A6C4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423" y="4929883"/>
            <a:ext cx="274302" cy="27430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000FF87-441B-BDCD-4CDF-3ADC5B467FE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2423" y="5456622"/>
            <a:ext cx="274302" cy="27430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AD2DAD8-1C95-7036-6A92-0205023FC35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129" y="5904211"/>
            <a:ext cx="274302" cy="274302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4DA99C88-C134-659D-3C2C-97C6F0D09BE4}"/>
              </a:ext>
            </a:extLst>
          </p:cNvPr>
          <p:cNvSpPr/>
          <p:nvPr/>
        </p:nvSpPr>
        <p:spPr>
          <a:xfrm>
            <a:off x="2606434" y="-67430"/>
            <a:ext cx="2418142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A56D484B-E8CE-AF19-BBC6-D9AB13E8C1C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22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5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7750-590A-ACAF-F88E-07AB12FA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252F48B-5CBC-4B13-FB9D-16C7EC41D87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570382-D4E1-3AC2-2435-D28971F1D059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5E8AA-5530-CAEE-6C48-21D04B704665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486A1-5BE3-08E6-4ACA-14D448DA40E5}"/>
              </a:ext>
            </a:extLst>
          </p:cNvPr>
          <p:cNvSpPr/>
          <p:nvPr/>
        </p:nvSpPr>
        <p:spPr>
          <a:xfrm>
            <a:off x="2505241" y="-57752"/>
            <a:ext cx="2484889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1DB9EF2B-9F47-8245-1852-5EF6A8C7AA1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939" y="79929"/>
            <a:ext cx="327116" cy="3271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9F77DB-BC69-03A6-6706-371CEB6C293F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F5C243-3262-032E-52F7-1692EAC54F8A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D358024-243E-7FCF-361F-D9A6ECD486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8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EE69AA25-F928-AC6E-59F0-0A1743A4BFEC}"/>
              </a:ext>
            </a:extLst>
          </p:cNvPr>
          <p:cNvSpPr/>
          <p:nvPr/>
        </p:nvSpPr>
        <p:spPr>
          <a:xfrm>
            <a:off x="2188694" y="44865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FD836E08-3AFF-DD01-D38D-9D73BAF65B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8229799F-2F91-1475-E927-8C781C334519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46EE720-9C22-C6A2-BA05-8C45AFE0883B}"/>
              </a:ext>
            </a:extLst>
          </p:cNvPr>
          <p:cNvSpPr/>
          <p:nvPr/>
        </p:nvSpPr>
        <p:spPr>
          <a:xfrm>
            <a:off x="-5" y="2641367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BA96183-D0A9-7676-D883-19FCB49944A9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7FDD3821-98A2-1697-C87B-80B2EA6761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65758DB3-5438-8C1A-3246-07B7C7F3B09A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FDB116B1-612D-62A1-5CCE-8BD0F7EAD8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9159A47A-A714-8087-D920-26396E478818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CD893524-AEAE-6CFF-CF0A-94DCDA9F94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822F22A-E9F9-932A-A026-782CC553BBF2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47E47D2-A6DF-534D-1FFC-18364D0161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F78226AE-0563-5AB5-676B-BDCBFFECC900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DDFE81D5-2FBA-FC4A-DA52-01B9294FC1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1A162C58-07C3-95A5-B5E8-33855DF64E82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FAEA17F8-9A3E-8363-DB04-25B6E9BBE3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A17F90E3-FB97-79BE-0DFF-6DBF785A5282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75E337BA-84B3-3914-4A89-EC23CDDD2E43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89C5D84-0E9C-325D-3D2A-0D931618C405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F6B94-CAB8-1906-EF15-9C0662F3D145}"/>
              </a:ext>
            </a:extLst>
          </p:cNvPr>
          <p:cNvSpPr txBox="1"/>
          <p:nvPr/>
        </p:nvSpPr>
        <p:spPr>
          <a:xfrm>
            <a:off x="2297528" y="555142"/>
            <a:ext cx="3188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Rooms Management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5B257D-B484-0125-586C-B2830401AF2A}"/>
              </a:ext>
            </a:extLst>
          </p:cNvPr>
          <p:cNvSpPr/>
          <p:nvPr/>
        </p:nvSpPr>
        <p:spPr>
          <a:xfrm>
            <a:off x="8737600" y="571270"/>
            <a:ext cx="1186244" cy="31825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B37AA5-96A2-0FF4-015B-F7DEB1F194FD}"/>
              </a:ext>
            </a:extLst>
          </p:cNvPr>
          <p:cNvSpPr/>
          <p:nvPr/>
        </p:nvSpPr>
        <p:spPr>
          <a:xfrm>
            <a:off x="10048240" y="541689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61408-70B2-9997-F8B3-8AAFAE7DF5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251" y="595782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F05B78-34E1-DA9D-0D45-9385C635CC4A}"/>
              </a:ext>
            </a:extLst>
          </p:cNvPr>
          <p:cNvSpPr txBox="1"/>
          <p:nvPr/>
        </p:nvSpPr>
        <p:spPr>
          <a:xfrm>
            <a:off x="10062359" y="536469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Rooms…..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7C2FE0-28F7-707B-93EB-65D41F0F07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66" y="592488"/>
            <a:ext cx="402588" cy="2625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E3C586-B0A8-DCAD-04EC-CD80A44137A3}"/>
              </a:ext>
            </a:extLst>
          </p:cNvPr>
          <p:cNvSpPr txBox="1"/>
          <p:nvPr/>
        </p:nvSpPr>
        <p:spPr>
          <a:xfrm>
            <a:off x="9279675" y="52109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Add 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A4BA47B-21B0-E0EB-4355-FF1B9D0404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1D740CA-A40D-C043-7F5E-7F8D75358440}"/>
              </a:ext>
            </a:extLst>
          </p:cNvPr>
          <p:cNvSpPr/>
          <p:nvPr/>
        </p:nvSpPr>
        <p:spPr>
          <a:xfrm>
            <a:off x="2387600" y="1198879"/>
            <a:ext cx="1270000" cy="30481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All Rooms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AE598EF-BC13-1954-7D53-E31A749578FA}"/>
              </a:ext>
            </a:extLst>
          </p:cNvPr>
          <p:cNvSpPr/>
          <p:nvPr/>
        </p:nvSpPr>
        <p:spPr>
          <a:xfrm>
            <a:off x="3856506" y="1191796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D27B8C60-9EC0-4023-B316-4207032758C6}"/>
              </a:ext>
            </a:extLst>
          </p:cNvPr>
          <p:cNvSpPr/>
          <p:nvPr/>
        </p:nvSpPr>
        <p:spPr>
          <a:xfrm>
            <a:off x="5325412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Occupied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CB055CB-8C88-6340-D0BF-CF4FAB9D81FE}"/>
              </a:ext>
            </a:extLst>
          </p:cNvPr>
          <p:cNvSpPr/>
          <p:nvPr/>
        </p:nvSpPr>
        <p:spPr>
          <a:xfrm>
            <a:off x="6800448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Reserved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E3E7230-673E-D407-D57C-0E02C41F79D0}"/>
              </a:ext>
            </a:extLst>
          </p:cNvPr>
          <p:cNvSpPr/>
          <p:nvPr/>
        </p:nvSpPr>
        <p:spPr>
          <a:xfrm>
            <a:off x="8275484" y="1191795"/>
            <a:ext cx="1528916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58090E2-D506-6453-0E8A-03666AC0CF0A}"/>
              </a:ext>
            </a:extLst>
          </p:cNvPr>
          <p:cNvSpPr/>
          <p:nvPr/>
        </p:nvSpPr>
        <p:spPr>
          <a:xfrm>
            <a:off x="10048240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Dirty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353FD26-1A68-2DBB-8800-8063BB518EFA}"/>
              </a:ext>
            </a:extLst>
          </p:cNvPr>
          <p:cNvSpPr/>
          <p:nvPr/>
        </p:nvSpPr>
        <p:spPr>
          <a:xfrm>
            <a:off x="2387600" y="1766077"/>
            <a:ext cx="2937812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567677A2-186B-51C7-78F5-627A6FC3F2FD}"/>
              </a:ext>
            </a:extLst>
          </p:cNvPr>
          <p:cNvSpPr/>
          <p:nvPr/>
        </p:nvSpPr>
        <p:spPr>
          <a:xfrm>
            <a:off x="2417208" y="4265622"/>
            <a:ext cx="2908203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110D1DBD-3A3A-4001-69A9-2310BA702EFA}"/>
              </a:ext>
            </a:extLst>
          </p:cNvPr>
          <p:cNvSpPr/>
          <p:nvPr/>
        </p:nvSpPr>
        <p:spPr>
          <a:xfrm>
            <a:off x="5678775" y="1811421"/>
            <a:ext cx="2957224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D8AC829C-8D44-4909-AADC-66F1F9DFF93B}"/>
              </a:ext>
            </a:extLst>
          </p:cNvPr>
          <p:cNvSpPr/>
          <p:nvPr/>
        </p:nvSpPr>
        <p:spPr>
          <a:xfrm>
            <a:off x="9009461" y="1796773"/>
            <a:ext cx="2849389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3D8693AB-D654-099F-29AC-A8E67B6BDA0E}"/>
              </a:ext>
            </a:extLst>
          </p:cNvPr>
          <p:cNvSpPr/>
          <p:nvPr/>
        </p:nvSpPr>
        <p:spPr>
          <a:xfrm>
            <a:off x="5678774" y="4286191"/>
            <a:ext cx="2957225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E6D756ED-4232-1A79-2A25-E506E72780A4}"/>
              </a:ext>
            </a:extLst>
          </p:cNvPr>
          <p:cNvSpPr/>
          <p:nvPr/>
        </p:nvSpPr>
        <p:spPr>
          <a:xfrm>
            <a:off x="9009462" y="4286191"/>
            <a:ext cx="2923542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B32893A-F3B5-EAEF-532F-704975C1264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802" y="4511041"/>
            <a:ext cx="1416430" cy="1819363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818624B-6F37-02B1-9205-26F392B16C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03" y="1960881"/>
            <a:ext cx="1382203" cy="191663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1FF8547D-5502-CB3F-354F-47BFE3E8BB5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00" y="4434091"/>
            <a:ext cx="1252206" cy="1896313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009CAD5E-87E0-EBE5-A04F-1CF02C2DF39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51" y="2045402"/>
            <a:ext cx="1291129" cy="1847113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63334BD3-ECBC-B27F-9169-E310DA9AE72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859" y="4471375"/>
            <a:ext cx="1320975" cy="189631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196FCC2A-F47B-8A1E-F067-44D0FC79ACA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779" y="1960880"/>
            <a:ext cx="1398863" cy="1916631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32588207-CF9E-788F-F4A8-B5968B62810F}"/>
              </a:ext>
            </a:extLst>
          </p:cNvPr>
          <p:cNvSpPr txBox="1"/>
          <p:nvPr/>
        </p:nvSpPr>
        <p:spPr>
          <a:xfrm>
            <a:off x="3839476" y="196061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467DE30-546E-D071-2593-AE3473805277}"/>
              </a:ext>
            </a:extLst>
          </p:cNvPr>
          <p:cNvSpPr txBox="1"/>
          <p:nvPr/>
        </p:nvSpPr>
        <p:spPr>
          <a:xfrm>
            <a:off x="7228505" y="197903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C715303-B03E-3648-A250-7E0E66EDF4B1}"/>
              </a:ext>
            </a:extLst>
          </p:cNvPr>
          <p:cNvSpPr txBox="1"/>
          <p:nvPr/>
        </p:nvSpPr>
        <p:spPr>
          <a:xfrm>
            <a:off x="3891874" y="443409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22AF3BA-4959-9D0F-B179-2F2A335ED49C}"/>
              </a:ext>
            </a:extLst>
          </p:cNvPr>
          <p:cNvSpPr txBox="1"/>
          <p:nvPr/>
        </p:nvSpPr>
        <p:spPr>
          <a:xfrm>
            <a:off x="7260821" y="445484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7735868-BDFC-F437-3D88-648E66CDDB7D}"/>
              </a:ext>
            </a:extLst>
          </p:cNvPr>
          <p:cNvSpPr txBox="1"/>
          <p:nvPr/>
        </p:nvSpPr>
        <p:spPr>
          <a:xfrm>
            <a:off x="10481030" y="203253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BA7C71D-4B56-20C6-1F1D-D40DA5AD6E06}"/>
              </a:ext>
            </a:extLst>
          </p:cNvPr>
          <p:cNvSpPr txBox="1"/>
          <p:nvPr/>
        </p:nvSpPr>
        <p:spPr>
          <a:xfrm>
            <a:off x="10541990" y="443863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C0D380F-9991-2947-973A-1B56867BA63F}"/>
              </a:ext>
            </a:extLst>
          </p:cNvPr>
          <p:cNvSpPr txBox="1"/>
          <p:nvPr/>
        </p:nvSpPr>
        <p:spPr>
          <a:xfrm>
            <a:off x="3839476" y="2315566"/>
            <a:ext cx="1234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Single room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02AF6C0-7752-0FF0-AF15-4CA50DAA806A}"/>
              </a:ext>
            </a:extLst>
          </p:cNvPr>
          <p:cNvSpPr txBox="1"/>
          <p:nvPr/>
        </p:nvSpPr>
        <p:spPr>
          <a:xfrm>
            <a:off x="3891874" y="4740137"/>
            <a:ext cx="1234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Single room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0235187-C24D-FD25-E779-1E8AF96789A0}"/>
              </a:ext>
            </a:extLst>
          </p:cNvPr>
          <p:cNvSpPr txBox="1"/>
          <p:nvPr/>
        </p:nvSpPr>
        <p:spPr>
          <a:xfrm>
            <a:off x="7254315" y="2340094"/>
            <a:ext cx="130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Double room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574E5E8-CE4A-ED71-735E-0D77A9B0EEB9}"/>
              </a:ext>
            </a:extLst>
          </p:cNvPr>
          <p:cNvSpPr txBox="1"/>
          <p:nvPr/>
        </p:nvSpPr>
        <p:spPr>
          <a:xfrm>
            <a:off x="7257642" y="4809213"/>
            <a:ext cx="130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Double room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5953FC5-30F7-0155-1C88-5006083FF090}"/>
              </a:ext>
            </a:extLst>
          </p:cNvPr>
          <p:cNvSpPr txBox="1"/>
          <p:nvPr/>
        </p:nvSpPr>
        <p:spPr>
          <a:xfrm>
            <a:off x="10452680" y="2371287"/>
            <a:ext cx="125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Family room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B9E2FDD-B541-6107-A777-D9546E367DD9}"/>
              </a:ext>
            </a:extLst>
          </p:cNvPr>
          <p:cNvSpPr txBox="1"/>
          <p:nvPr/>
        </p:nvSpPr>
        <p:spPr>
          <a:xfrm>
            <a:off x="10562995" y="4771251"/>
            <a:ext cx="125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Family room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C99F14B-407F-D6C2-B6BB-0F48DDBCBDD8}"/>
              </a:ext>
            </a:extLst>
          </p:cNvPr>
          <p:cNvSpPr txBox="1"/>
          <p:nvPr/>
        </p:nvSpPr>
        <p:spPr>
          <a:xfrm>
            <a:off x="3860530" y="3395182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15000Danga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5D97138-DBF7-C316-31CF-D7044D7AB7BD}"/>
              </a:ext>
            </a:extLst>
          </p:cNvPr>
          <p:cNvSpPr txBox="1"/>
          <p:nvPr/>
        </p:nvSpPr>
        <p:spPr>
          <a:xfrm>
            <a:off x="3913266" y="5811143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15000Danga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285448F-A97C-10F3-BE7C-BF040B729E1B}"/>
              </a:ext>
            </a:extLst>
          </p:cNvPr>
          <p:cNvSpPr txBox="1"/>
          <p:nvPr/>
        </p:nvSpPr>
        <p:spPr>
          <a:xfrm>
            <a:off x="7190346" y="3395182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FCEE54A-8FA1-5050-2EDB-4433767DA526}"/>
              </a:ext>
            </a:extLst>
          </p:cNvPr>
          <p:cNvSpPr txBox="1"/>
          <p:nvPr/>
        </p:nvSpPr>
        <p:spPr>
          <a:xfrm>
            <a:off x="7276225" y="5822705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4A983DB-2FFB-6281-4596-55441254A142}"/>
              </a:ext>
            </a:extLst>
          </p:cNvPr>
          <p:cNvSpPr txBox="1"/>
          <p:nvPr/>
        </p:nvSpPr>
        <p:spPr>
          <a:xfrm>
            <a:off x="10473810" y="3383959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75FE1A5-D0DB-CBC4-2584-55EA9399D476}"/>
              </a:ext>
            </a:extLst>
          </p:cNvPr>
          <p:cNvSpPr txBox="1"/>
          <p:nvPr/>
        </p:nvSpPr>
        <p:spPr>
          <a:xfrm>
            <a:off x="10550846" y="5811143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5F7301C-E164-ED48-5028-1147DA1B775D}"/>
              </a:ext>
            </a:extLst>
          </p:cNvPr>
          <p:cNvSpPr txBox="1"/>
          <p:nvPr/>
        </p:nvSpPr>
        <p:spPr>
          <a:xfrm>
            <a:off x="3844605" y="2723929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49ECBE6-9EDF-29F8-62A5-7A2FD3F8DCC2}"/>
              </a:ext>
            </a:extLst>
          </p:cNvPr>
          <p:cNvSpPr txBox="1"/>
          <p:nvPr/>
        </p:nvSpPr>
        <p:spPr>
          <a:xfrm>
            <a:off x="7260821" y="5102382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D07EE70-39E9-BD5F-614E-0B3050D814B8}"/>
              </a:ext>
            </a:extLst>
          </p:cNvPr>
          <p:cNvSpPr txBox="1"/>
          <p:nvPr/>
        </p:nvSpPr>
        <p:spPr>
          <a:xfrm>
            <a:off x="7254315" y="2683124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Occupied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07C6307-BBF3-EA31-7041-8D9C825180A2}"/>
              </a:ext>
            </a:extLst>
          </p:cNvPr>
          <p:cNvSpPr txBox="1"/>
          <p:nvPr/>
        </p:nvSpPr>
        <p:spPr>
          <a:xfrm>
            <a:off x="10540462" y="5106453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250B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CC0BE23-78CF-D043-F492-3905A4AC0CD1}"/>
              </a:ext>
            </a:extLst>
          </p:cNvPr>
          <p:cNvSpPr txBox="1"/>
          <p:nvPr/>
        </p:nvSpPr>
        <p:spPr>
          <a:xfrm>
            <a:off x="3904363" y="5035333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Reserved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21D7284-6C1B-61D5-2A02-C36CDD12DD42}"/>
              </a:ext>
            </a:extLst>
          </p:cNvPr>
          <p:cNvSpPr txBox="1"/>
          <p:nvPr/>
        </p:nvSpPr>
        <p:spPr>
          <a:xfrm>
            <a:off x="10481030" y="2659336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66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Dirty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007D4D12-2366-DE26-8DF5-999B2B4B74B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224" y="114987"/>
            <a:ext cx="304762" cy="304762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BF5D6A74-F374-05CE-C25B-35B496021784}"/>
              </a:ext>
            </a:extLst>
          </p:cNvPr>
          <p:cNvSpPr/>
          <p:nvPr/>
        </p:nvSpPr>
        <p:spPr>
          <a:xfrm>
            <a:off x="2606434" y="-67430"/>
            <a:ext cx="249253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8DE74CA6-7099-1298-0C7F-54D75E6DCCD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8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8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42320-ABC0-9E89-0A36-312FE41D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0120CB-D3D5-68A2-6B59-81B8BC398A7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913944-FB89-8808-11E7-3CA6BB50BEA9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D96F0-3981-6FF3-F189-0A83236EA2ED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F35E9E-C4C9-9671-C584-91CB4F343FF2}"/>
              </a:ext>
            </a:extLst>
          </p:cNvPr>
          <p:cNvSpPr/>
          <p:nvPr/>
        </p:nvSpPr>
        <p:spPr>
          <a:xfrm>
            <a:off x="2840521" y="-57752"/>
            <a:ext cx="1240591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2603C875-C696-0747-3B0A-79621503F78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031" y="112417"/>
            <a:ext cx="294626" cy="2946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576F277-0A48-6E88-C336-B25DED4C4241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B16098-389F-062D-0A7F-B96BFB477094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5957200-041B-44E3-AE00-BF9F9E97A9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8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5BA2E16-9A76-1408-FE69-07819359DD25}"/>
              </a:ext>
            </a:extLst>
          </p:cNvPr>
          <p:cNvSpPr/>
          <p:nvPr/>
        </p:nvSpPr>
        <p:spPr>
          <a:xfrm>
            <a:off x="2188694" y="44865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C4075DB9-7D1A-942A-BADD-ECE384577F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D9084EC1-7D48-7452-50B5-D0E5584C1A82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59C842-53F7-6190-62BE-D589AB158B4E}"/>
              </a:ext>
            </a:extLst>
          </p:cNvPr>
          <p:cNvSpPr/>
          <p:nvPr/>
        </p:nvSpPr>
        <p:spPr>
          <a:xfrm>
            <a:off x="-10563" y="3220791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34881D-0B49-79C4-92FE-EA53F7B2B68F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F5AA2ED3-8598-51DF-68E7-73EE9CAC37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B06D8BDB-95C6-A106-AD58-F6CB77CCE333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271DB555-13D0-BCB5-0666-9F76F969C2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B2AE0722-5ED7-3B9A-3EAB-D1B0B78EE67E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06E48C79-012E-075C-509A-35BB2596C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995143CC-7208-19D4-2C5C-CF9CFDF2D7B8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F2F5D80A-4C2B-A395-0593-A9846F2C32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82D7CA54-C068-D1F0-D26F-D26C7161289D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7FAE22F4-B32E-2F39-3441-3BE190FF7B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FB607D59-5A3A-4463-8BE9-A666CBCE1744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6AB1C1C4-862F-6E41-F277-0527149FA5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3CD60D21-073E-3F38-3DE7-C143A6084298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E09CCB6E-92DD-AAAB-D0E4-06C63A223D53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61C16D8-3F55-A0C4-83B6-21EEBDFB10A1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F5BBE4-577F-0DA3-1DAB-6A038CFA3D89}"/>
              </a:ext>
            </a:extLst>
          </p:cNvPr>
          <p:cNvSpPr txBox="1"/>
          <p:nvPr/>
        </p:nvSpPr>
        <p:spPr>
          <a:xfrm>
            <a:off x="2297528" y="555142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Services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45970E-4CA7-F9F0-72FE-5D1B4BFA6D20}"/>
              </a:ext>
            </a:extLst>
          </p:cNvPr>
          <p:cNvSpPr/>
          <p:nvPr/>
        </p:nvSpPr>
        <p:spPr>
          <a:xfrm>
            <a:off x="8737600" y="571270"/>
            <a:ext cx="1186244" cy="31825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A46BE9-7F4E-D04E-8FA1-F67031B2CDD2}"/>
              </a:ext>
            </a:extLst>
          </p:cNvPr>
          <p:cNvSpPr/>
          <p:nvPr/>
        </p:nvSpPr>
        <p:spPr>
          <a:xfrm>
            <a:off x="10048240" y="541689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811C01-2A89-5293-B462-74BE9365FB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251" y="595782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3DFC18-30AD-97C2-82F3-1045EA74901D}"/>
              </a:ext>
            </a:extLst>
          </p:cNvPr>
          <p:cNvSpPr txBox="1"/>
          <p:nvPr/>
        </p:nvSpPr>
        <p:spPr>
          <a:xfrm>
            <a:off x="10062359" y="536469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Rooms…..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E8FF30-C582-4BAE-12FA-0A83E1EEC25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66" y="592488"/>
            <a:ext cx="402588" cy="2625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D74C5E-C225-1D23-F733-AE9D60CEB876}"/>
              </a:ext>
            </a:extLst>
          </p:cNvPr>
          <p:cNvSpPr txBox="1"/>
          <p:nvPr/>
        </p:nvSpPr>
        <p:spPr>
          <a:xfrm>
            <a:off x="9279675" y="52109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Add 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C45C8B9-0414-3D94-4667-4C5FBDBC335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C6CDB94-A4CE-8E2F-C8E0-187C4C76CAB6}"/>
              </a:ext>
            </a:extLst>
          </p:cNvPr>
          <p:cNvSpPr/>
          <p:nvPr/>
        </p:nvSpPr>
        <p:spPr>
          <a:xfrm>
            <a:off x="2428240" y="1198878"/>
            <a:ext cx="1859246" cy="2790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Kitchen Services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4F36698-C7BF-16A8-41A0-B20CF855D012}"/>
              </a:ext>
            </a:extLst>
          </p:cNvPr>
          <p:cNvSpPr/>
          <p:nvPr/>
        </p:nvSpPr>
        <p:spPr>
          <a:xfrm>
            <a:off x="4690410" y="1166266"/>
            <a:ext cx="1859245" cy="34120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Car Services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D61850C-2432-41FA-06B6-D5943120474E}"/>
              </a:ext>
            </a:extLst>
          </p:cNvPr>
          <p:cNvSpPr/>
          <p:nvPr/>
        </p:nvSpPr>
        <p:spPr>
          <a:xfrm>
            <a:off x="7003340" y="1171025"/>
            <a:ext cx="1859245" cy="34120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Laundry Services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2236EECA-93A9-EF31-2295-B9F83AB45D5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224" y="114987"/>
            <a:ext cx="304762" cy="3047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CF7E7D0-5CC9-A064-FD59-A22B530F75DF}"/>
              </a:ext>
            </a:extLst>
          </p:cNvPr>
          <p:cNvSpPr/>
          <p:nvPr/>
        </p:nvSpPr>
        <p:spPr>
          <a:xfrm>
            <a:off x="2520113" y="-64685"/>
            <a:ext cx="1331215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Services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8CB2FB-417F-9B0E-0810-E18D318290A2}"/>
              </a:ext>
            </a:extLst>
          </p:cNvPr>
          <p:cNvSpPr/>
          <p:nvPr/>
        </p:nvSpPr>
        <p:spPr>
          <a:xfrm>
            <a:off x="2368510" y="1761999"/>
            <a:ext cx="4318239" cy="18550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61247E-2A4B-53CD-DDB4-51DC8B592333}"/>
              </a:ext>
            </a:extLst>
          </p:cNvPr>
          <p:cNvSpPr txBox="1"/>
          <p:nvPr/>
        </p:nvSpPr>
        <p:spPr>
          <a:xfrm>
            <a:off x="2591899" y="2004426"/>
            <a:ext cx="28602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Kitchen Service</a:t>
            </a:r>
          </a:p>
          <a:p>
            <a:r>
              <a:rPr lang="en-US" dirty="0">
                <a:solidFill>
                  <a:srgbClr val="002060"/>
                </a:solidFill>
              </a:rPr>
              <a:t>-Food &amp; Beverage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menu, </a:t>
            </a:r>
          </a:p>
          <a:p>
            <a:r>
              <a:rPr lang="en-US" dirty="0">
                <a:solidFill>
                  <a:srgbClr val="002060"/>
                </a:solidFill>
              </a:rPr>
              <a:t>-order status</a:t>
            </a:r>
          </a:p>
          <a:p>
            <a:r>
              <a:rPr lang="en-US" dirty="0">
                <a:solidFill>
                  <a:srgbClr val="002060"/>
                </a:solidFill>
              </a:rPr>
              <a:t>-prices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F0AC3BF-D99E-E27D-907E-262C1E09F9EB}"/>
              </a:ext>
            </a:extLst>
          </p:cNvPr>
          <p:cNvSpPr/>
          <p:nvPr/>
        </p:nvSpPr>
        <p:spPr>
          <a:xfrm>
            <a:off x="7070034" y="1751102"/>
            <a:ext cx="4318239" cy="18550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16CFC8-A502-E88F-633D-9E40AD97BBD3}"/>
              </a:ext>
            </a:extLst>
          </p:cNvPr>
          <p:cNvSpPr txBox="1"/>
          <p:nvPr/>
        </p:nvSpPr>
        <p:spPr>
          <a:xfrm>
            <a:off x="7293423" y="1993529"/>
            <a:ext cx="18094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Car Service</a:t>
            </a:r>
          </a:p>
          <a:p>
            <a:r>
              <a:rPr lang="en-US" dirty="0">
                <a:solidFill>
                  <a:srgbClr val="002060"/>
                </a:solidFill>
              </a:rPr>
              <a:t>-Car list</a:t>
            </a:r>
          </a:p>
          <a:p>
            <a:r>
              <a:rPr lang="en-US" dirty="0">
                <a:solidFill>
                  <a:srgbClr val="002060"/>
                </a:solidFill>
              </a:rPr>
              <a:t>-booking status</a:t>
            </a:r>
          </a:p>
          <a:p>
            <a:r>
              <a:rPr lang="en-US" dirty="0">
                <a:solidFill>
                  <a:srgbClr val="002060"/>
                </a:solidFill>
              </a:rPr>
              <a:t>-prices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0793198-1657-0BF8-8D95-809F2D170DAD}"/>
              </a:ext>
            </a:extLst>
          </p:cNvPr>
          <p:cNvSpPr/>
          <p:nvPr/>
        </p:nvSpPr>
        <p:spPr>
          <a:xfrm>
            <a:off x="2428240" y="4112134"/>
            <a:ext cx="4318239" cy="19917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E0766F-01F5-D12E-288D-33B50C9CC2F4}"/>
              </a:ext>
            </a:extLst>
          </p:cNvPr>
          <p:cNvSpPr txBox="1"/>
          <p:nvPr/>
        </p:nvSpPr>
        <p:spPr>
          <a:xfrm>
            <a:off x="2651629" y="4491261"/>
            <a:ext cx="29152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Laundry Service</a:t>
            </a:r>
          </a:p>
          <a:p>
            <a:r>
              <a:rPr lang="en-US" dirty="0">
                <a:solidFill>
                  <a:srgbClr val="002060"/>
                </a:solidFill>
              </a:rPr>
              <a:t>-wash &amp; dry &amp; iron clothes</a:t>
            </a:r>
          </a:p>
          <a:p>
            <a:r>
              <a:rPr lang="en-US" dirty="0">
                <a:solidFill>
                  <a:srgbClr val="002060"/>
                </a:solidFill>
              </a:rPr>
              <a:t>- prices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3B908EE-C614-E58D-44F0-BCFC23D26290}"/>
              </a:ext>
            </a:extLst>
          </p:cNvPr>
          <p:cNvSpPr/>
          <p:nvPr/>
        </p:nvSpPr>
        <p:spPr>
          <a:xfrm>
            <a:off x="9316270" y="1169800"/>
            <a:ext cx="1695148" cy="31303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Extra Services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736A24E-3A4D-A32B-6FA7-81D59B957DC9}"/>
              </a:ext>
            </a:extLst>
          </p:cNvPr>
          <p:cNvSpPr/>
          <p:nvPr/>
        </p:nvSpPr>
        <p:spPr>
          <a:xfrm>
            <a:off x="7090354" y="3991793"/>
            <a:ext cx="4318239" cy="19917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5BC94F-570E-B688-AA3C-59703643607D}"/>
              </a:ext>
            </a:extLst>
          </p:cNvPr>
          <p:cNvSpPr txBox="1"/>
          <p:nvPr/>
        </p:nvSpPr>
        <p:spPr>
          <a:xfrm>
            <a:off x="7715061" y="4371432"/>
            <a:ext cx="3673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Extra Service</a:t>
            </a:r>
          </a:p>
          <a:p>
            <a:r>
              <a:rPr lang="en-US" dirty="0">
                <a:solidFill>
                  <a:srgbClr val="002060"/>
                </a:solidFill>
              </a:rPr>
              <a:t>-</a:t>
            </a:r>
            <a:r>
              <a:rPr lang="en-US" dirty="0" err="1">
                <a:solidFill>
                  <a:srgbClr val="002060"/>
                </a:solidFill>
              </a:rPr>
              <a:t>spa,minibar,Extra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Bed,Hall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-order status</a:t>
            </a:r>
          </a:p>
          <a:p>
            <a:r>
              <a:rPr lang="en-US" dirty="0">
                <a:solidFill>
                  <a:srgbClr val="002060"/>
                </a:solidFill>
              </a:rPr>
              <a:t>- prices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8E7B751-DB70-2422-3E44-262E4B6E9F1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22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6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07737-502A-7806-5B93-FD36CC7F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3968807-E708-2EED-C47D-C611C64D57B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F34576-E3E4-DA09-C0A4-9F9BE55E9805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D5B8F-C3F1-B162-2FB1-3F74BAE5B1B3}"/>
              </a:ext>
            </a:extLst>
          </p:cNvPr>
          <p:cNvSpPr/>
          <p:nvPr/>
        </p:nvSpPr>
        <p:spPr>
          <a:xfrm>
            <a:off x="2188692" y="1016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91DB56-8C0E-9D0B-0E72-57B422E73F0F}"/>
              </a:ext>
            </a:extLst>
          </p:cNvPr>
          <p:cNvSpPr/>
          <p:nvPr/>
        </p:nvSpPr>
        <p:spPr>
          <a:xfrm>
            <a:off x="2840521" y="-57752"/>
            <a:ext cx="250143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89A805AF-7C69-B0C7-D304-86EDEB218D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190" y="79928"/>
            <a:ext cx="327115" cy="32711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EB2D79C-4DA4-D2B2-CB2D-91CC837BCFC8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C894A5-5A6B-8286-77C3-9263D2D8732A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8DFD0A5-BFC9-F1B9-874A-A945ED6F56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78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2D7C61BD-0398-A9F1-626D-D6B77E9D77B3}"/>
              </a:ext>
            </a:extLst>
          </p:cNvPr>
          <p:cNvSpPr/>
          <p:nvPr/>
        </p:nvSpPr>
        <p:spPr>
          <a:xfrm>
            <a:off x="2188694" y="46897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3D862AD-FA03-A9CD-0D42-9D30DA59FC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470BC26-42CC-7769-A6EC-6045E144EAC5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0C58771-E8BD-4C05-B1CC-1648CB7B6467}"/>
              </a:ext>
            </a:extLst>
          </p:cNvPr>
          <p:cNvSpPr/>
          <p:nvPr/>
        </p:nvSpPr>
        <p:spPr>
          <a:xfrm>
            <a:off x="-5" y="3801543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5EC246-1D16-F983-A240-FB04B75226CF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1F352EF8-6B7B-C98A-C40C-8C619E6DD4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62A86A5E-2BB7-978A-8D6F-232EA57FEC10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7FF46FC-A51D-D248-F24C-3C7C1378A3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707C4E8E-4234-3331-3749-42136F35E16A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D1F6F5F-D4DF-A512-3908-B4FD4623D9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25509A77-C042-2A9C-2CEB-D57FBCE6A07E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D335A500-94DF-D8ED-ACBF-E0A0299CD0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1FF20903-9595-C1C7-DB1A-08B261826640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87B487CA-2C4A-2DED-8241-F3BC95C58E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B49B6F73-E3B7-611B-56E8-631E76D2BF3B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E6A03112-AD9C-F1E9-7E65-7020C6F48F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6173D6EB-FA44-D8C1-418C-87AE9ED13AA6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AACF770-85C5-223B-C046-22E95B4A3911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163C63A-1A08-E6F6-7CAD-F0903BC07A95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E54BD-23D2-C23E-4A1A-69571C974252}"/>
              </a:ext>
            </a:extLst>
          </p:cNvPr>
          <p:cNvSpPr txBox="1"/>
          <p:nvPr/>
        </p:nvSpPr>
        <p:spPr>
          <a:xfrm>
            <a:off x="2297528" y="555142"/>
            <a:ext cx="3044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Guest Management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E7F39F-B519-7459-C9A3-1855065FB70F}"/>
              </a:ext>
            </a:extLst>
          </p:cNvPr>
          <p:cNvSpPr/>
          <p:nvPr/>
        </p:nvSpPr>
        <p:spPr>
          <a:xfrm>
            <a:off x="10048240" y="541689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8EA08-44D4-85FA-0ED1-0DDBBA1125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251" y="595782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96159-CEE4-3058-1F4E-72C4583419A1}"/>
              </a:ext>
            </a:extLst>
          </p:cNvPr>
          <p:cNvSpPr txBox="1"/>
          <p:nvPr/>
        </p:nvSpPr>
        <p:spPr>
          <a:xfrm>
            <a:off x="10062359" y="53646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Guests…..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A4AE95E-C73F-866E-3C8A-B16DC1DE34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C0B8576A-359D-CFF6-65A1-3903A24755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28" y="3328804"/>
            <a:ext cx="304762" cy="304762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BFF674A3-6C58-5CA7-565A-E1317A66AB9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224" y="114987"/>
            <a:ext cx="304762" cy="30476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033332-EB7C-C01A-1078-4D4CBB01D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957108"/>
              </p:ext>
            </p:extLst>
          </p:nvPr>
        </p:nvGraphicFramePr>
        <p:xfrm>
          <a:off x="2435317" y="1172622"/>
          <a:ext cx="9622579" cy="5046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213">
                  <a:extLst>
                    <a:ext uri="{9D8B030D-6E8A-4147-A177-3AD203B41FA5}">
                      <a16:colId xmlns:a16="http://schemas.microsoft.com/office/drawing/2014/main" val="3664929561"/>
                    </a:ext>
                  </a:extLst>
                </a:gridCol>
                <a:gridCol w="1253115">
                  <a:extLst>
                    <a:ext uri="{9D8B030D-6E8A-4147-A177-3AD203B41FA5}">
                      <a16:colId xmlns:a16="http://schemas.microsoft.com/office/drawing/2014/main" val="2287124525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893087809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379730389"/>
                    </a:ext>
                  </a:extLst>
                </a:gridCol>
                <a:gridCol w="1658728">
                  <a:extLst>
                    <a:ext uri="{9D8B030D-6E8A-4147-A177-3AD203B41FA5}">
                      <a16:colId xmlns:a16="http://schemas.microsoft.com/office/drawing/2014/main" val="3859716392"/>
                    </a:ext>
                  </a:extLst>
                </a:gridCol>
                <a:gridCol w="1275029">
                  <a:extLst>
                    <a:ext uri="{9D8B030D-6E8A-4147-A177-3AD203B41FA5}">
                      <a16:colId xmlns:a16="http://schemas.microsoft.com/office/drawing/2014/main" val="2113691802"/>
                    </a:ext>
                  </a:extLst>
                </a:gridCol>
                <a:gridCol w="808087">
                  <a:extLst>
                    <a:ext uri="{9D8B030D-6E8A-4147-A177-3AD203B41FA5}">
                      <a16:colId xmlns:a16="http://schemas.microsoft.com/office/drawing/2014/main" val="3116689031"/>
                    </a:ext>
                  </a:extLst>
                </a:gridCol>
                <a:gridCol w="808087">
                  <a:extLst>
                    <a:ext uri="{9D8B030D-6E8A-4147-A177-3AD203B41FA5}">
                      <a16:colId xmlns:a16="http://schemas.microsoft.com/office/drawing/2014/main" val="4195738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Guest Id</a:t>
                      </a:r>
                      <a:endParaRPr lang="en-US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Name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Order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Room Types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In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Out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94512"/>
                  </a:ext>
                </a:extLst>
              </a:tr>
              <a:tr h="567511">
                <a:tc>
                  <a:txBody>
                    <a:bodyPr/>
                    <a:lstStyle/>
                    <a:p>
                      <a:r>
                        <a:rPr lang="en-US" sz="1600" dirty="0"/>
                        <a:t>Gu-0001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Hein Kyaw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74860"/>
                  </a:ext>
                </a:extLst>
              </a:tr>
              <a:tr h="567511">
                <a:tc>
                  <a:txBody>
                    <a:bodyPr/>
                    <a:lstStyle/>
                    <a:p>
                      <a:r>
                        <a:rPr lang="en-US" sz="1600" dirty="0"/>
                        <a:t>Gu-0002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Soe 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28-12-2026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30-12-2026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195889"/>
                  </a:ext>
                </a:extLst>
              </a:tr>
              <a:tr h="567511">
                <a:tc>
                  <a:txBody>
                    <a:bodyPr/>
                    <a:lstStyle/>
                    <a:p>
                      <a:r>
                        <a:rPr lang="en-US" sz="1600" dirty="0"/>
                        <a:t>Gu-0003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Hsan</a:t>
                      </a:r>
                      <a:r>
                        <a:rPr lang="en-US" sz="1600" dirty="0"/>
                        <a:t> Aung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47705"/>
                  </a:ext>
                </a:extLst>
              </a:tr>
              <a:tr h="508247">
                <a:tc>
                  <a:txBody>
                    <a:bodyPr/>
                    <a:lstStyle/>
                    <a:p>
                      <a:r>
                        <a:rPr lang="en-US" sz="1600" dirty="0"/>
                        <a:t>Gu-0004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Naing 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160727"/>
                  </a:ext>
                </a:extLst>
              </a:tr>
              <a:tr h="567511">
                <a:tc>
                  <a:txBody>
                    <a:bodyPr/>
                    <a:lstStyle/>
                    <a:p>
                      <a:r>
                        <a:rPr lang="en-US" sz="1600" dirty="0"/>
                        <a:t>Gu-0005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Toe Aung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028017"/>
                  </a:ext>
                </a:extLst>
              </a:tr>
              <a:tr h="567511">
                <a:tc>
                  <a:txBody>
                    <a:bodyPr/>
                    <a:lstStyle/>
                    <a:p>
                      <a:r>
                        <a:rPr lang="en-US" sz="1600" dirty="0"/>
                        <a:t>Gu-0006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Eaindra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45861"/>
                  </a:ext>
                </a:extLst>
              </a:tr>
              <a:tr h="428027">
                <a:tc>
                  <a:txBody>
                    <a:bodyPr/>
                    <a:lstStyle/>
                    <a:p>
                      <a:r>
                        <a:rPr lang="en-US" sz="1600" dirty="0"/>
                        <a:t>Gu-0007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 </a:t>
                      </a:r>
                      <a:r>
                        <a:rPr lang="en-US" sz="1600" dirty="0" err="1"/>
                        <a:t>Ma</a:t>
                      </a:r>
                      <a:r>
                        <a:rPr lang="en-US" sz="1600" dirty="0"/>
                        <a:t>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629160"/>
                  </a:ext>
                </a:extLst>
              </a:tr>
              <a:tr h="567511">
                <a:tc>
                  <a:txBody>
                    <a:bodyPr/>
                    <a:lstStyle/>
                    <a:p>
                      <a:r>
                        <a:rPr lang="en-US" sz="1600" dirty="0"/>
                        <a:t>Gu-0008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Mya Sandar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25-12-2026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28-12-2026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30-12-2026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2109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42F996D-9F10-6874-BEEE-CA7D0F4F674F}"/>
              </a:ext>
            </a:extLst>
          </p:cNvPr>
          <p:cNvSpPr txBox="1"/>
          <p:nvPr/>
        </p:nvSpPr>
        <p:spPr>
          <a:xfrm>
            <a:off x="5227010" y="2078791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7BB536-AAAF-3797-5C4D-564819A9F3C2}"/>
              </a:ext>
            </a:extLst>
          </p:cNvPr>
          <p:cNvSpPr txBox="1"/>
          <p:nvPr/>
        </p:nvSpPr>
        <p:spPr>
          <a:xfrm>
            <a:off x="5226671" y="2623228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2A604-EB88-C959-30D6-A44764451914}"/>
              </a:ext>
            </a:extLst>
          </p:cNvPr>
          <p:cNvSpPr txBox="1"/>
          <p:nvPr/>
        </p:nvSpPr>
        <p:spPr>
          <a:xfrm>
            <a:off x="5226671" y="3180020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4E6A2-9AE5-2667-A278-568F46D66717}"/>
              </a:ext>
            </a:extLst>
          </p:cNvPr>
          <p:cNvSpPr txBox="1"/>
          <p:nvPr/>
        </p:nvSpPr>
        <p:spPr>
          <a:xfrm>
            <a:off x="5226671" y="3769789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0633FCC-57B7-956B-16E6-1CAED2445175}"/>
              </a:ext>
            </a:extLst>
          </p:cNvPr>
          <p:cNvSpPr/>
          <p:nvPr/>
        </p:nvSpPr>
        <p:spPr>
          <a:xfrm>
            <a:off x="8676640" y="592487"/>
            <a:ext cx="1217832" cy="28297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B18EAD-C121-1E4D-9C63-277BDE2DE6A6}"/>
              </a:ext>
            </a:extLst>
          </p:cNvPr>
          <p:cNvSpPr txBox="1"/>
          <p:nvPr/>
        </p:nvSpPr>
        <p:spPr>
          <a:xfrm>
            <a:off x="8881635" y="562007"/>
            <a:ext cx="7264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Show All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AC4CF7-5444-9133-C614-255EFA1BD543}"/>
              </a:ext>
            </a:extLst>
          </p:cNvPr>
          <p:cNvSpPr txBox="1"/>
          <p:nvPr/>
        </p:nvSpPr>
        <p:spPr>
          <a:xfrm>
            <a:off x="2415272" y="6263505"/>
            <a:ext cx="1776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Choose Date: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C55687B-3022-F43F-6497-4BFAED7C0C87}"/>
              </a:ext>
            </a:extLst>
          </p:cNvPr>
          <p:cNvSpPr/>
          <p:nvPr/>
        </p:nvSpPr>
        <p:spPr>
          <a:xfrm>
            <a:off x="4188171" y="6299057"/>
            <a:ext cx="2077000" cy="31539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09CF32-97EA-35F5-B0F8-8C50F896F23C}"/>
              </a:ext>
            </a:extLst>
          </p:cNvPr>
          <p:cNvSpPr txBox="1"/>
          <p:nvPr/>
        </p:nvSpPr>
        <p:spPr>
          <a:xfrm>
            <a:off x="4191376" y="6296968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F2C27A-DC6B-5CA4-2E06-9897CCEED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501" y="6325061"/>
            <a:ext cx="276998" cy="27699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AA34849-A758-6027-D13E-3E4134DC33A2}"/>
              </a:ext>
            </a:extLst>
          </p:cNvPr>
          <p:cNvSpPr txBox="1"/>
          <p:nvPr/>
        </p:nvSpPr>
        <p:spPr>
          <a:xfrm>
            <a:off x="5226671" y="4276320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5CD77-89AA-26E0-2CFB-59A81299FD46}"/>
              </a:ext>
            </a:extLst>
          </p:cNvPr>
          <p:cNvSpPr txBox="1"/>
          <p:nvPr/>
        </p:nvSpPr>
        <p:spPr>
          <a:xfrm>
            <a:off x="5226671" y="4821677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2E3E92-1F3F-8B95-C993-B013B5EEFEA8}"/>
              </a:ext>
            </a:extLst>
          </p:cNvPr>
          <p:cNvSpPr txBox="1"/>
          <p:nvPr/>
        </p:nvSpPr>
        <p:spPr>
          <a:xfrm>
            <a:off x="5226671" y="5383438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B82108-657E-F6A6-EBEA-955117682278}"/>
              </a:ext>
            </a:extLst>
          </p:cNvPr>
          <p:cNvSpPr txBox="1"/>
          <p:nvPr/>
        </p:nvSpPr>
        <p:spPr>
          <a:xfrm>
            <a:off x="5233282" y="5863694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17D24AC-075D-DDDD-5305-DF377B75A2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357" y="1981200"/>
            <a:ext cx="186664" cy="18666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EE22757-4690-F884-463D-9BA5F46CB7A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912" y="1938349"/>
            <a:ext cx="272366" cy="27236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1A7CFC1-B744-C028-3938-9B2F86277C4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249" y="2549084"/>
            <a:ext cx="186664" cy="1866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33267AD-DDBF-56A4-17CE-0051A270CD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461" y="2507380"/>
            <a:ext cx="272366" cy="27236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F634BF7-1BF7-0F46-931E-406BCE1CD74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409" y="1971138"/>
            <a:ext cx="239577" cy="23957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60CF2D7-8257-E2FD-7156-BDD998DC59E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2627" y="2547215"/>
            <a:ext cx="239577" cy="23957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68B6D7D-A82D-4FEA-5322-F14018A4EB2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700" y="3209716"/>
            <a:ext cx="186664" cy="18666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6C1C4D7-46A8-A40C-3D6A-DAAAD7A5CAE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912" y="3168012"/>
            <a:ext cx="272366" cy="27236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FD16A34-69D8-B109-161B-AC808C34F77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4078" y="3207847"/>
            <a:ext cx="239577" cy="23957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F20F5EF-9FDF-E4DC-7840-7544E5C78C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152" y="3736486"/>
            <a:ext cx="186664" cy="18666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E7B8093-FD89-F0D8-A1BE-870021B2E6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1364" y="3694782"/>
            <a:ext cx="272366" cy="272366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5C416A6-1DDA-6579-3D6B-54F4CEFF081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530" y="3734617"/>
            <a:ext cx="239577" cy="23957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2F55AC73-5EC4-8D6F-6ECF-80CCF77FF63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361" y="4216215"/>
            <a:ext cx="186664" cy="18666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A9A1865-2794-64B4-939E-DB39C69DF6C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0573" y="4174511"/>
            <a:ext cx="272366" cy="27236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DB5AB26-A2FE-B774-B990-815FC11596E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3739" y="4214346"/>
            <a:ext cx="239577" cy="239577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03BAC88-1AD0-E878-9B14-EBCBF4E67D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361" y="4774515"/>
            <a:ext cx="186664" cy="18666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611D0D6-BF27-35E0-E534-73CE948612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0573" y="4732811"/>
            <a:ext cx="272366" cy="272366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38932161-F85B-2E48-90B0-240623614BD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3739" y="4772646"/>
            <a:ext cx="239577" cy="23957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DD536CF3-DA67-4FE2-0BCE-4987BE3481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0428" y="5290804"/>
            <a:ext cx="186664" cy="186664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157C487-116A-E7F3-EA02-B1A080F35ED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640" y="5249100"/>
            <a:ext cx="272366" cy="272366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138E8CF4-DC66-6818-FA76-3A832B4D80C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9806" y="5288935"/>
            <a:ext cx="239577" cy="239577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79F270E-6F3B-1FEC-E24D-08D63DD1E08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1809" y="5710745"/>
            <a:ext cx="186664" cy="18666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D7884FFF-E68B-C12D-023B-0D0D98FDB61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8021" y="5669041"/>
            <a:ext cx="272366" cy="272366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8DDD8DC-38A0-2C9A-4E7B-BA776A62A0D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187" y="5708876"/>
            <a:ext cx="239577" cy="239577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FAFFE028-7D79-6BCB-9936-1976F3594434}"/>
              </a:ext>
            </a:extLst>
          </p:cNvPr>
          <p:cNvSpPr/>
          <p:nvPr/>
        </p:nvSpPr>
        <p:spPr>
          <a:xfrm>
            <a:off x="2807771" y="-40868"/>
            <a:ext cx="2486714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3A538A8-F08A-B737-AC06-BD2F986A182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8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3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E46C-1533-E203-88B4-7C6A5228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1FED720-56F4-C0F4-4B49-E2898292677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319973-A0A0-4452-6B0F-FE98A5CF833E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2588E7-E715-025E-58B5-05FB459066D7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6F1FED-3681-A74B-52C1-15B551FED3AF}"/>
              </a:ext>
            </a:extLst>
          </p:cNvPr>
          <p:cNvSpPr/>
          <p:nvPr/>
        </p:nvSpPr>
        <p:spPr>
          <a:xfrm>
            <a:off x="2596681" y="-57752"/>
            <a:ext cx="1240591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C56CAA5F-9422-301F-707E-576388E62A7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190" y="114986"/>
            <a:ext cx="292057" cy="29205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7024BFA-EA4B-53AB-2A50-FECE56EAFA6E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96B14A-159D-F951-5444-0709CD9114F3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6FD3831-CBBB-9460-EBB5-A7F4E7A01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4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B105270-580A-ABDC-D847-667BBF6839EF}"/>
              </a:ext>
            </a:extLst>
          </p:cNvPr>
          <p:cNvSpPr/>
          <p:nvPr/>
        </p:nvSpPr>
        <p:spPr>
          <a:xfrm>
            <a:off x="2188694" y="44865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A00600B-18B3-4FD8-8DFE-A0F13D228A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F8A120C7-F2AC-83F6-0242-6214EEE910CF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ACF911F-1B99-42A3-2FE6-6376CCC82593}"/>
              </a:ext>
            </a:extLst>
          </p:cNvPr>
          <p:cNvSpPr/>
          <p:nvPr/>
        </p:nvSpPr>
        <p:spPr>
          <a:xfrm>
            <a:off x="0" y="4311925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F6FCD9-0E1B-7369-EDCD-5B78E103A16F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ACE0A830-69F6-B019-4AE1-89B60ED353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900517E2-8141-2E65-7874-64310EA9E811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01B108EE-BBEF-163B-D1F9-A3E7B87745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74F3839D-B7C2-AA60-9039-FBAB07F8BEE1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63EF4AEA-469B-D4F9-C3AC-4BC78B4CF2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B1D526F8-4BF5-72E4-71F2-BE4B0DB16777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03F2C6F3-D18F-0846-C52A-F97D3ABDE9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76EE77F1-8781-E234-9EB7-029827CED6FD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2AC9A27B-F33D-BF8A-BC3A-2D25076BE0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0F6A5F8A-57DF-721C-2218-E7D92B670F30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73D09F7-580D-EA4C-D46C-04A3666D4D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00B42061-1607-A06C-403D-F2A408104817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C9E2D6A-EB73-6D1E-4541-8DDCC7D1945D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76BB9E3-59C7-CA43-13E1-6B3EA77F095F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3EBA0-1A52-0CF6-D905-F53AC5D0A3C2}"/>
              </a:ext>
            </a:extLst>
          </p:cNvPr>
          <p:cNvSpPr txBox="1"/>
          <p:nvPr/>
        </p:nvSpPr>
        <p:spPr>
          <a:xfrm>
            <a:off x="2293181" y="481843"/>
            <a:ext cx="1401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Booking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2FD2DC-1F6E-3D1F-16AA-2B791D8ED93B}"/>
              </a:ext>
            </a:extLst>
          </p:cNvPr>
          <p:cNvSpPr/>
          <p:nvPr/>
        </p:nvSpPr>
        <p:spPr>
          <a:xfrm>
            <a:off x="2457981" y="936324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FDAC62-83F7-81C4-70D4-8438B0BCB2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992" y="990417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41F472-3A7A-286E-CEF8-73330B31178E}"/>
              </a:ext>
            </a:extLst>
          </p:cNvPr>
          <p:cNvSpPr txBox="1"/>
          <p:nvPr/>
        </p:nvSpPr>
        <p:spPr>
          <a:xfrm>
            <a:off x="2472100" y="93110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</a:t>
            </a:r>
            <a:r>
              <a:rPr lang="en-US" dirty="0" err="1">
                <a:solidFill>
                  <a:srgbClr val="002060"/>
                </a:solidFill>
                <a:latin typeface="Agency FB" panose="020B0503020202020204" pitchFamily="34" charset="0"/>
              </a:rPr>
              <a:t>Rooms,Gues</a:t>
            </a:r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…..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8C36FFF-CBFF-F470-D9E8-B5AD4DD38A3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8A133BFE-5FC0-03CF-5E04-B92677B7A70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224" y="114987"/>
            <a:ext cx="304762" cy="30476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34F0B4-C474-D92A-722A-A4388BAE6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51791"/>
              </p:ext>
            </p:extLst>
          </p:nvPr>
        </p:nvGraphicFramePr>
        <p:xfrm>
          <a:off x="2462074" y="1342050"/>
          <a:ext cx="9585662" cy="4341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046">
                  <a:extLst>
                    <a:ext uri="{9D8B030D-6E8A-4147-A177-3AD203B41FA5}">
                      <a16:colId xmlns:a16="http://schemas.microsoft.com/office/drawing/2014/main" val="3571686911"/>
                    </a:ext>
                  </a:extLst>
                </a:gridCol>
                <a:gridCol w="694678">
                  <a:extLst>
                    <a:ext uri="{9D8B030D-6E8A-4147-A177-3AD203B41FA5}">
                      <a16:colId xmlns:a16="http://schemas.microsoft.com/office/drawing/2014/main" val="3159175936"/>
                    </a:ext>
                  </a:extLst>
                </a:gridCol>
                <a:gridCol w="1205242">
                  <a:extLst>
                    <a:ext uri="{9D8B030D-6E8A-4147-A177-3AD203B41FA5}">
                      <a16:colId xmlns:a16="http://schemas.microsoft.com/office/drawing/2014/main" val="290970616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155518769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996327199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510700438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779852059"/>
                    </a:ext>
                  </a:extLst>
                </a:gridCol>
                <a:gridCol w="980837">
                  <a:extLst>
                    <a:ext uri="{9D8B030D-6E8A-4147-A177-3AD203B41FA5}">
                      <a16:colId xmlns:a16="http://schemas.microsoft.com/office/drawing/2014/main" val="760148965"/>
                    </a:ext>
                  </a:extLst>
                </a:gridCol>
                <a:gridCol w="805299">
                  <a:extLst>
                    <a:ext uri="{9D8B030D-6E8A-4147-A177-3AD203B41FA5}">
                      <a16:colId xmlns:a16="http://schemas.microsoft.com/office/drawing/2014/main" val="1045684177"/>
                    </a:ext>
                  </a:extLst>
                </a:gridCol>
              </a:tblGrid>
              <a:tr h="738145">
                <a:tc>
                  <a:txBody>
                    <a:bodyPr/>
                    <a:lstStyle/>
                    <a:p>
                      <a:r>
                        <a:rPr lang="en-US" dirty="0" err="1"/>
                        <a:t>BookingId</a:t>
                      </a:r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Room 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 Name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in 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out 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Deposit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63136"/>
                  </a:ext>
                </a:extLst>
              </a:tr>
              <a:tr h="614524">
                <a:tc>
                  <a:txBody>
                    <a:bodyPr/>
                    <a:lstStyle/>
                    <a:p>
                      <a:r>
                        <a:rPr lang="en-US" sz="1600" dirty="0"/>
                        <a:t>Bk-0001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Aung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1000Danga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Confirm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15744"/>
                  </a:ext>
                </a:extLst>
              </a:tr>
              <a:tr h="636193">
                <a:tc>
                  <a:txBody>
                    <a:bodyPr/>
                    <a:lstStyle/>
                    <a:p>
                      <a:r>
                        <a:rPr lang="en-US" sz="1600" dirty="0"/>
                        <a:t>Bk-0002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Khine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13-2-2026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1000Danga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6600"/>
                          </a:solidFill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67894"/>
                  </a:ext>
                </a:extLst>
              </a:tr>
              <a:tr h="795437">
                <a:tc>
                  <a:txBody>
                    <a:bodyPr/>
                    <a:lstStyle/>
                    <a:p>
                      <a:r>
                        <a:rPr lang="en-US" sz="1600" dirty="0"/>
                        <a:t>Bk-0003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Myo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13-2-2026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1000Danga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Cancel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173833"/>
                  </a:ext>
                </a:extLst>
              </a:tr>
              <a:tr h="815342">
                <a:tc>
                  <a:txBody>
                    <a:bodyPr/>
                    <a:lstStyle/>
                    <a:p>
                      <a:r>
                        <a:rPr lang="en-US" sz="1600" dirty="0"/>
                        <a:t>Bk-0004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Zaw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13-2-2026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1000Danga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B050"/>
                          </a:solidFill>
                        </a:rPr>
                        <a:t>Confirm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010297"/>
                  </a:ext>
                </a:extLst>
              </a:tr>
              <a:tr h="738145">
                <a:tc>
                  <a:txBody>
                    <a:bodyPr/>
                    <a:lstStyle/>
                    <a:p>
                      <a:r>
                        <a:rPr lang="en-US" sz="1800" dirty="0"/>
                        <a:t>Bk-0005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Aung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13-2-2026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13-2-2026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1000Danga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6600"/>
                          </a:solidFill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27672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55E9CB9C-AD24-FAD8-55B3-A1364E0FB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721" y="2242686"/>
            <a:ext cx="236104" cy="2361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88C093D-641C-FDC3-51FA-32AB21AC410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946" y="2206426"/>
            <a:ext cx="272366" cy="2723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4CA6C9A-B26D-CDA6-0597-A113A9190792}"/>
              </a:ext>
            </a:extLst>
          </p:cNvPr>
          <p:cNvSpPr txBox="1"/>
          <p:nvPr/>
        </p:nvSpPr>
        <p:spPr>
          <a:xfrm>
            <a:off x="5545294" y="2368880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F44B98-FD76-5FEB-3CD9-8F401CC2BAD8}"/>
              </a:ext>
            </a:extLst>
          </p:cNvPr>
          <p:cNvSpPr txBox="1"/>
          <p:nvPr/>
        </p:nvSpPr>
        <p:spPr>
          <a:xfrm>
            <a:off x="5545294" y="3017185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FE693A-8520-A76C-1101-FB00579538BD}"/>
              </a:ext>
            </a:extLst>
          </p:cNvPr>
          <p:cNvSpPr txBox="1"/>
          <p:nvPr/>
        </p:nvSpPr>
        <p:spPr>
          <a:xfrm>
            <a:off x="5545294" y="3686426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A88824-EE15-237C-461C-71C5A23452E7}"/>
              </a:ext>
            </a:extLst>
          </p:cNvPr>
          <p:cNvSpPr txBox="1"/>
          <p:nvPr/>
        </p:nvSpPr>
        <p:spPr>
          <a:xfrm>
            <a:off x="5545294" y="4528493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385833-9D8C-D210-2F26-5C3797C217AF}"/>
              </a:ext>
            </a:extLst>
          </p:cNvPr>
          <p:cNvSpPr txBox="1"/>
          <p:nvPr/>
        </p:nvSpPr>
        <p:spPr>
          <a:xfrm>
            <a:off x="5545294" y="5304179"/>
            <a:ext cx="1253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Abadi ExtraLight" panose="020F0502020204030204" pitchFamily="34" charset="0"/>
              </a:rPr>
              <a:t>Thursday,9:00am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7C2481-264F-4E47-04CF-AC48FCCE8E63}"/>
              </a:ext>
            </a:extLst>
          </p:cNvPr>
          <p:cNvSpPr txBox="1"/>
          <p:nvPr/>
        </p:nvSpPr>
        <p:spPr>
          <a:xfrm>
            <a:off x="2411721" y="6033175"/>
            <a:ext cx="1776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Choose Date: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38C187B-C29F-4628-F8A8-63865AFD4117}"/>
              </a:ext>
            </a:extLst>
          </p:cNvPr>
          <p:cNvSpPr/>
          <p:nvPr/>
        </p:nvSpPr>
        <p:spPr>
          <a:xfrm>
            <a:off x="4188169" y="6094696"/>
            <a:ext cx="2077000" cy="31539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780072-8AA6-26C5-90ED-E5A1979A6464}"/>
              </a:ext>
            </a:extLst>
          </p:cNvPr>
          <p:cNvSpPr txBox="1"/>
          <p:nvPr/>
        </p:nvSpPr>
        <p:spPr>
          <a:xfrm>
            <a:off x="4188169" y="6081102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4942836-5D1E-3882-E4DA-C4B8457171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484" y="6101196"/>
            <a:ext cx="276998" cy="2769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9F1C81A-4090-1E28-158D-F6005091F6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721" y="2920569"/>
            <a:ext cx="236104" cy="23610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32C94DA-5A34-56F8-2708-A096A218DDB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946" y="2884309"/>
            <a:ext cx="272366" cy="27236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ABCB05-45FA-AB9B-8D9E-F383BDA53B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721" y="3533643"/>
            <a:ext cx="236104" cy="23610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0F74877-8371-684E-D31C-379C3DBB9C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946" y="3497383"/>
            <a:ext cx="272366" cy="27236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B5D2DEF-D2E3-356D-C1DC-67B2C6A508C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721" y="4407091"/>
            <a:ext cx="236104" cy="23610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20427B1-C6D2-B0AA-64A7-96D79AED862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946" y="4370831"/>
            <a:ext cx="272366" cy="27236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0AE4E47-B2DB-7ED2-8473-E5141EA6E78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721" y="5180616"/>
            <a:ext cx="236104" cy="23610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75ADDFB-91C7-1CD0-7D4B-E9320A78F1D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2946" y="5144356"/>
            <a:ext cx="272366" cy="272366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81AC9E60-018A-FE70-3BE8-75FC0299995F}"/>
              </a:ext>
            </a:extLst>
          </p:cNvPr>
          <p:cNvSpPr/>
          <p:nvPr/>
        </p:nvSpPr>
        <p:spPr>
          <a:xfrm>
            <a:off x="2460726" y="-46866"/>
            <a:ext cx="149352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Booking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D58B37C-61E3-B6E4-7CFF-B6B2237EB95D}"/>
              </a:ext>
            </a:extLst>
          </p:cNvPr>
          <p:cNvSpPr/>
          <p:nvPr/>
        </p:nvSpPr>
        <p:spPr>
          <a:xfrm>
            <a:off x="10071098" y="760868"/>
            <a:ext cx="1826141" cy="36933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5642A0DB-AFA9-83AB-1FF7-40DBAF081FF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65" y="833120"/>
            <a:ext cx="378659" cy="24689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41E5128-E0D7-D794-DBD5-4C78E9847F16}"/>
              </a:ext>
            </a:extLst>
          </p:cNvPr>
          <p:cNvSpPr txBox="1"/>
          <p:nvPr/>
        </p:nvSpPr>
        <p:spPr>
          <a:xfrm>
            <a:off x="10535817" y="773664"/>
            <a:ext cx="1316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Add Booking  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B4550D13-B9A9-341E-FB8A-1FEF1B2509E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8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3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C1F37-A335-75CD-E9E6-385B0D18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D128182-D82C-5169-C8BD-0D77FAAD547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504929-A8A3-6445-4785-EA81D9E2DA7C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DB382A-3AFF-B1CB-D931-5B65D665C83F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52614-203B-C022-4872-EE955F62DDAD}"/>
              </a:ext>
            </a:extLst>
          </p:cNvPr>
          <p:cNvSpPr/>
          <p:nvPr/>
        </p:nvSpPr>
        <p:spPr>
          <a:xfrm>
            <a:off x="2535721" y="-57752"/>
            <a:ext cx="1240591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FF5D2659-195E-E9F0-3582-2BF4650CDF0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510" y="114986"/>
            <a:ext cx="292057" cy="29205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68F8879-9374-85F8-F9AC-BC4DF02E3A36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F35FE5-5160-FD17-D967-5F62FEB52477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3CCF1B2-876C-08C2-A365-005F5ECDFB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4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95499458-B797-198E-9DE6-AFC4F873D2A1}"/>
              </a:ext>
            </a:extLst>
          </p:cNvPr>
          <p:cNvSpPr/>
          <p:nvPr/>
        </p:nvSpPr>
        <p:spPr>
          <a:xfrm>
            <a:off x="2180460" y="424617"/>
            <a:ext cx="10003306" cy="644408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>
                <a:solidFill>
                  <a:schemeClr val="bg1"/>
                </a:solidFill>
              </a:ln>
              <a:solidFill>
                <a:srgbClr val="002060"/>
              </a:solidFill>
              <a:latin typeface="Agency FB" panose="020B0503020202020204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7AEB9150-BC4C-7602-AC25-04073D87A8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6E8CB0A7-7EFA-9D80-9246-AF89BB6FC757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C5C85659-BB8B-E5BA-791F-442D679AB6D9}"/>
              </a:ext>
            </a:extLst>
          </p:cNvPr>
          <p:cNvSpPr/>
          <p:nvPr/>
        </p:nvSpPr>
        <p:spPr>
          <a:xfrm>
            <a:off x="0" y="4878652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6E3B51-A6D9-AC1F-903F-4D429048FA74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A675D465-580B-7F7C-7797-2A80225D04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90414556-EBDE-C322-788B-5178D4D725BC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6892FA96-48B4-A14E-DEB6-0F62B317EC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61513B48-4E7E-5B46-167F-021DBBBDAABF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9332527-4BD3-5780-D23A-8988E70EB3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9294844-5CC5-72CD-AA86-C828CF419568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E7ED685F-BA6A-62B1-FB24-D76A20DE1B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81A611A1-A3E2-6C5D-E1D1-4B1D2E1AF77A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064059A8-C763-FE8D-BBA6-7946182BEE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2C59C9D1-A810-8BA7-9A27-31C57155CB5F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E4FE94FD-1E08-1DE7-85F8-128BAB8AA4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810E302B-D6C9-192D-C127-69439FDA79FF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990B24E2-ADE1-3266-6E3B-DFBB033833DC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163A456-098D-FC22-C558-AF2CFEDECD68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403DF-73A5-E7E1-B423-79D71E9249F9}"/>
              </a:ext>
            </a:extLst>
          </p:cNvPr>
          <p:cNvSpPr txBox="1"/>
          <p:nvPr/>
        </p:nvSpPr>
        <p:spPr>
          <a:xfrm>
            <a:off x="2297528" y="555142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Settings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85FFAEC8-2A42-3906-052C-5B89903E23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E283366A-7C51-2815-77F6-8B1E64BB23A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224" y="114987"/>
            <a:ext cx="304762" cy="30476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7E1FA8-F6BF-475E-BB20-150FF50EC12A}"/>
              </a:ext>
            </a:extLst>
          </p:cNvPr>
          <p:cNvSpPr/>
          <p:nvPr/>
        </p:nvSpPr>
        <p:spPr>
          <a:xfrm>
            <a:off x="4124390" y="1096540"/>
            <a:ext cx="1189942" cy="2736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564674-1D7E-D6FB-F50E-05AD90CE9C0E}"/>
              </a:ext>
            </a:extLst>
          </p:cNvPr>
          <p:cNvSpPr/>
          <p:nvPr/>
        </p:nvSpPr>
        <p:spPr>
          <a:xfrm>
            <a:off x="5582368" y="1109579"/>
            <a:ext cx="1189942" cy="2736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CC4BC2A-9556-9286-3796-783046C15E01}"/>
              </a:ext>
            </a:extLst>
          </p:cNvPr>
          <p:cNvSpPr/>
          <p:nvPr/>
        </p:nvSpPr>
        <p:spPr>
          <a:xfrm>
            <a:off x="7095392" y="1118794"/>
            <a:ext cx="1189942" cy="2736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47A89A6-954B-A506-370E-7B7C70EBAE8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750" y="1081329"/>
            <a:ext cx="304762" cy="3047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DCB309B-F18C-1D20-9335-D650E152F40E}"/>
              </a:ext>
            </a:extLst>
          </p:cNvPr>
          <p:cNvSpPr txBox="1"/>
          <p:nvPr/>
        </p:nvSpPr>
        <p:spPr>
          <a:xfrm>
            <a:off x="4134710" y="1080703"/>
            <a:ext cx="836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General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0E8AC-FADD-664A-A885-5C79752B6EC6}"/>
              </a:ext>
            </a:extLst>
          </p:cNvPr>
          <p:cNvSpPr txBox="1"/>
          <p:nvPr/>
        </p:nvSpPr>
        <p:spPr>
          <a:xfrm>
            <a:off x="5596180" y="1071961"/>
            <a:ext cx="102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Rate &amp; Tax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468B60-2CE8-C968-48CF-09875DAD5C90}"/>
              </a:ext>
            </a:extLst>
          </p:cNvPr>
          <p:cNvSpPr txBox="1"/>
          <p:nvPr/>
        </p:nvSpPr>
        <p:spPr>
          <a:xfrm>
            <a:off x="7170496" y="1078314"/>
            <a:ext cx="884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Payment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6251D7A-6C6D-4532-62E0-7EB4E5C2A6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612" y="1082836"/>
            <a:ext cx="304762" cy="3047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EF16CB3-600A-1E0B-DE41-697ED5FA378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572" y="1094019"/>
            <a:ext cx="304762" cy="304762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B8E5C58-15C7-647C-35DC-6F9477B925ED}"/>
              </a:ext>
            </a:extLst>
          </p:cNvPr>
          <p:cNvSpPr/>
          <p:nvPr/>
        </p:nvSpPr>
        <p:spPr>
          <a:xfrm>
            <a:off x="2607068" y="1099017"/>
            <a:ext cx="1179784" cy="27364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530EB-DEC1-1CEB-98DC-03370959169E}"/>
              </a:ext>
            </a:extLst>
          </p:cNvPr>
          <p:cNvSpPr txBox="1"/>
          <p:nvPr/>
        </p:nvSpPr>
        <p:spPr>
          <a:xfrm>
            <a:off x="2761311" y="1071675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About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F8509C7-5059-5280-7983-8B3574A9A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811" y="1732568"/>
            <a:ext cx="2353240" cy="223843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F5C752C-7CB8-83BA-72EC-CF5417FB50E5}"/>
              </a:ext>
            </a:extLst>
          </p:cNvPr>
          <p:cNvSpPr txBox="1"/>
          <p:nvPr/>
        </p:nvSpPr>
        <p:spPr>
          <a:xfrm>
            <a:off x="5230724" y="1542413"/>
            <a:ext cx="3395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Zeyon</a:t>
            </a:r>
            <a:r>
              <a:rPr lang="en-US" sz="3600" b="1" dirty="0">
                <a:solidFill>
                  <a:srgbClr val="002060"/>
                </a:solidFill>
                <a:latin typeface="Algerian" panose="04020705040A02060702" pitchFamily="82" charset="0"/>
              </a:rPr>
              <a:t> Hotel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685873-AAA5-C210-9B04-4F38F216ACDA}"/>
              </a:ext>
            </a:extLst>
          </p:cNvPr>
          <p:cNvSpPr txBox="1"/>
          <p:nvPr/>
        </p:nvSpPr>
        <p:spPr>
          <a:xfrm>
            <a:off x="6724215" y="2542561"/>
            <a:ext cx="3250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     📍 Address: No. 365, Temple Road,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📞 Phone: +95 9 123 456 789 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  ✉️ Email: info@zeyonhotel.com </a:t>
            </a:r>
          </a:p>
          <a:p>
            <a:pPr algn="ctr"/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      🌐 Website: www.zeyonhotel.com </a:t>
            </a:r>
            <a:endParaRPr lang="en-US" b="1" dirty="0">
              <a:ln>
                <a:solidFill>
                  <a:schemeClr val="bg1"/>
                </a:solidFill>
              </a:ln>
              <a:solidFill>
                <a:srgbClr val="002060"/>
              </a:solidFill>
              <a:latin typeface="Agency FB" panose="020B0503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7964310-DA4E-2EB8-6733-DFFE39FDE64D}"/>
              </a:ext>
            </a:extLst>
          </p:cNvPr>
          <p:cNvSpPr/>
          <p:nvPr/>
        </p:nvSpPr>
        <p:spPr>
          <a:xfrm>
            <a:off x="6589350" y="2173185"/>
            <a:ext cx="4543225" cy="18298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63E8BE-9249-977D-A79F-E5075E47B8E3}"/>
              </a:ext>
            </a:extLst>
          </p:cNvPr>
          <p:cNvSpPr txBox="1"/>
          <p:nvPr/>
        </p:nvSpPr>
        <p:spPr>
          <a:xfrm>
            <a:off x="2594175" y="4411723"/>
            <a:ext cx="2268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gency FB" panose="020B0503020202020204" pitchFamily="34" charset="0"/>
              </a:rPr>
              <a:t>💻 SYSTEM INFORMATION</a:t>
            </a:r>
            <a:endParaRPr lang="en-US" b="1" dirty="0">
              <a:ln>
                <a:solidFill>
                  <a:schemeClr val="bg1"/>
                </a:solidFill>
              </a:ln>
              <a:solidFill>
                <a:srgbClr val="002060"/>
              </a:solidFill>
              <a:latin typeface="Agency FB" panose="020B0503020202020204" pitchFamily="34" charset="0"/>
            </a:endParaRPr>
          </a:p>
          <a:p>
            <a:endParaRPr lang="en-US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E2BF0A7-22A2-3187-608B-32ED3CDA0FD6}"/>
              </a:ext>
            </a:extLst>
          </p:cNvPr>
          <p:cNvSpPr/>
          <p:nvPr/>
        </p:nvSpPr>
        <p:spPr>
          <a:xfrm>
            <a:off x="2675042" y="4862854"/>
            <a:ext cx="5379637" cy="18550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C7C8F0-9737-9A35-8168-559CA2161C22}"/>
              </a:ext>
            </a:extLst>
          </p:cNvPr>
          <p:cNvSpPr txBox="1"/>
          <p:nvPr/>
        </p:nvSpPr>
        <p:spPr>
          <a:xfrm>
            <a:off x="3031122" y="5071611"/>
            <a:ext cx="5379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• Software Name: Hotel Management System </a:t>
            </a:r>
          </a:p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• Version: v1.0.4 (Updated 2026) </a:t>
            </a:r>
          </a:p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• Developer: [ Group-V Company ] </a:t>
            </a:r>
          </a:p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• Technical </a:t>
            </a:r>
            <a:r>
              <a:rPr lang="en-US" dirty="0" err="1">
                <a:solidFill>
                  <a:srgbClr val="002060"/>
                </a:solidFill>
                <a:latin typeface="Agency FB" panose="020B0503020202020204" pitchFamily="34" charset="0"/>
              </a:rPr>
              <a:t>Support:support@groupfive.com</a:t>
            </a:r>
            <a:endParaRPr lang="en-US" dirty="0">
              <a:solidFill>
                <a:srgbClr val="002060"/>
              </a:solidFill>
              <a:latin typeface="Agency FB" panose="020B05030202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 • +95 9 987 654 321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EF16C406-A23A-DAD1-F266-F36779E10C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783" y="5815335"/>
            <a:ext cx="738835" cy="73883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F53DA29-8B5F-5204-77E2-DEC77D486568}"/>
              </a:ext>
            </a:extLst>
          </p:cNvPr>
          <p:cNvSpPr txBox="1"/>
          <p:nvPr/>
        </p:nvSpPr>
        <p:spPr>
          <a:xfrm>
            <a:off x="9289892" y="5362392"/>
            <a:ext cx="2014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Zeyon</a:t>
            </a:r>
            <a:r>
              <a:rPr lang="en-US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 Hotel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7D2FE6-68E2-E6D8-5840-85ED7593A729}"/>
              </a:ext>
            </a:extLst>
          </p:cNvPr>
          <p:cNvSpPr/>
          <p:nvPr/>
        </p:nvSpPr>
        <p:spPr>
          <a:xfrm>
            <a:off x="2471997" y="-47221"/>
            <a:ext cx="149352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Settings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2AD1939-6B5C-0F73-ECD4-81DC008BD4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8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25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9E49-A427-D832-78C0-80D37A8C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FA5C431-FDC0-948B-9FBF-85A56D10902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8A2D96-B522-8470-AE20-FCF521BFE5CB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7D740-032E-2142-BE1E-56AD55910BAF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1F3F-C426-43D0-9635-E54AEB9F6276}"/>
              </a:ext>
            </a:extLst>
          </p:cNvPr>
          <p:cNvSpPr/>
          <p:nvPr/>
        </p:nvSpPr>
        <p:spPr>
          <a:xfrm>
            <a:off x="2535721" y="-57752"/>
            <a:ext cx="1240591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8E4F782D-6F01-F15C-243E-D9DEC584EED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45" y="94285"/>
            <a:ext cx="307777" cy="3077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DCF884F-F918-BA7D-BE72-CF1E64F06242}"/>
              </a:ext>
            </a:extLst>
          </p:cNvPr>
          <p:cNvSpPr txBox="1"/>
          <p:nvPr/>
        </p:nvSpPr>
        <p:spPr>
          <a:xfrm>
            <a:off x="10962640" y="6380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Admin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BE0AFC-60E9-4810-EE47-5B536C9F30E6}"/>
              </a:ext>
            </a:extLst>
          </p:cNvPr>
          <p:cNvSpPr txBox="1"/>
          <p:nvPr/>
        </p:nvSpPr>
        <p:spPr>
          <a:xfrm>
            <a:off x="80704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1C865CF-F382-D2BB-1703-96FECE6F15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4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DADC251-85F4-3D7C-E920-1C91FC6E5D8C}"/>
              </a:ext>
            </a:extLst>
          </p:cNvPr>
          <p:cNvSpPr/>
          <p:nvPr/>
        </p:nvSpPr>
        <p:spPr>
          <a:xfrm>
            <a:off x="2180460" y="424617"/>
            <a:ext cx="10003306" cy="644408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>
                <a:solidFill>
                  <a:schemeClr val="bg1"/>
                </a:solidFill>
              </a:ln>
              <a:solidFill>
                <a:srgbClr val="002060"/>
              </a:solidFill>
              <a:latin typeface="Agency FB" panose="020B0503020202020204" pitchFamily="34" charset="0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6B1D974D-7F92-D94C-C6F6-AFE9B5CEBC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382010BB-7E98-79FB-2FD3-B4D53E7729A4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C4AE6E8-B07D-1CC3-0063-4FE6AD963962}"/>
              </a:ext>
            </a:extLst>
          </p:cNvPr>
          <p:cNvSpPr/>
          <p:nvPr/>
        </p:nvSpPr>
        <p:spPr>
          <a:xfrm>
            <a:off x="0" y="4878652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3BD433-9032-F888-BA59-6DBAF94B8F5D}"/>
              </a:ext>
            </a:extLst>
          </p:cNvPr>
          <p:cNvSpPr txBox="1"/>
          <p:nvPr/>
        </p:nvSpPr>
        <p:spPr>
          <a:xfrm>
            <a:off x="409355" y="1503695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0DDA5C44-D521-F547-87BC-9112337716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14" y="2128535"/>
            <a:ext cx="297417" cy="297417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684E2B3-9B32-A9D8-0386-3EC23CAF828A}"/>
              </a:ext>
            </a:extLst>
          </p:cNvPr>
          <p:cNvSpPr txBox="1"/>
          <p:nvPr/>
        </p:nvSpPr>
        <p:spPr>
          <a:xfrm>
            <a:off x="437031" y="2130755"/>
            <a:ext cx="1454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Staff management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8B350F0F-4E5F-3B11-6484-4D64CA177D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" y="2702283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D4066164-DD6D-F2C3-3EB3-26A4DE62DD58}"/>
              </a:ext>
            </a:extLst>
          </p:cNvPr>
          <p:cNvSpPr txBox="1"/>
          <p:nvPr/>
        </p:nvSpPr>
        <p:spPr>
          <a:xfrm>
            <a:off x="437031" y="2678631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A2A0181B-02DB-9E89-416C-9513C8A8C6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92" y="3222253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C5DEF506-5FA1-4B80-5FB6-2A6D997EF2CD}"/>
              </a:ext>
            </a:extLst>
          </p:cNvPr>
          <p:cNvSpPr txBox="1"/>
          <p:nvPr/>
        </p:nvSpPr>
        <p:spPr>
          <a:xfrm>
            <a:off x="458277" y="3288098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2AAE473B-F3EF-B460-43DF-4E9786930E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3814717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BD1A5DDD-CEBF-558F-0FE2-C0B9BEA694DF}"/>
              </a:ext>
            </a:extLst>
          </p:cNvPr>
          <p:cNvSpPr txBox="1"/>
          <p:nvPr/>
        </p:nvSpPr>
        <p:spPr>
          <a:xfrm>
            <a:off x="482585" y="3877511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A46F63CC-0C2D-5E42-3219-C403C83972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8" y="4356190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1D762B55-614C-675D-5BC2-5C7248B1DEFE}"/>
              </a:ext>
            </a:extLst>
          </p:cNvPr>
          <p:cNvSpPr txBox="1"/>
          <p:nvPr/>
        </p:nvSpPr>
        <p:spPr>
          <a:xfrm>
            <a:off x="502905" y="438404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9B018B4C-A783-941A-8E96-C77902A6661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" y="49276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A51696B5-1813-589D-A47A-54DB8E7A1963}"/>
              </a:ext>
            </a:extLst>
          </p:cNvPr>
          <p:cNvSpPr txBox="1"/>
          <p:nvPr/>
        </p:nvSpPr>
        <p:spPr>
          <a:xfrm>
            <a:off x="492745" y="490941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CD9306BA-8F26-93F9-130A-A8811FB47580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B35AA2F-03FA-6C41-C880-1450617EBCD2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20B4F7-E042-8C88-CA74-A9A4F0E84569}"/>
              </a:ext>
            </a:extLst>
          </p:cNvPr>
          <p:cNvSpPr txBox="1"/>
          <p:nvPr/>
        </p:nvSpPr>
        <p:spPr>
          <a:xfrm>
            <a:off x="2297528" y="555142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Settings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3E796878-87F6-2991-8709-8DB29715157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4" y="1477960"/>
            <a:ext cx="288116" cy="288116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F534701E-797E-0ECC-301D-D666DBB4D6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224" y="114987"/>
            <a:ext cx="304762" cy="30476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9DE078-E1DD-6C10-EA05-50EED0D1F2EC}"/>
              </a:ext>
            </a:extLst>
          </p:cNvPr>
          <p:cNvSpPr/>
          <p:nvPr/>
        </p:nvSpPr>
        <p:spPr>
          <a:xfrm>
            <a:off x="2572147" y="1096281"/>
            <a:ext cx="1189942" cy="2736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C31EDB-F625-533E-01BC-8BD2121AB6C9}"/>
              </a:ext>
            </a:extLst>
          </p:cNvPr>
          <p:cNvSpPr/>
          <p:nvPr/>
        </p:nvSpPr>
        <p:spPr>
          <a:xfrm>
            <a:off x="5582368" y="1109579"/>
            <a:ext cx="1189942" cy="2736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0DAEA16-D419-A8C0-1E6A-F33A1077AF96}"/>
              </a:ext>
            </a:extLst>
          </p:cNvPr>
          <p:cNvSpPr/>
          <p:nvPr/>
        </p:nvSpPr>
        <p:spPr>
          <a:xfrm>
            <a:off x="7095392" y="1118794"/>
            <a:ext cx="1189942" cy="2736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444AF2-17BF-6DE4-DA6D-CDFBE928FFF2}"/>
              </a:ext>
            </a:extLst>
          </p:cNvPr>
          <p:cNvSpPr txBox="1"/>
          <p:nvPr/>
        </p:nvSpPr>
        <p:spPr>
          <a:xfrm>
            <a:off x="5596180" y="1071961"/>
            <a:ext cx="102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Rate &amp; Tax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631704-9A54-F61F-1EC5-E04EC4046A84}"/>
              </a:ext>
            </a:extLst>
          </p:cNvPr>
          <p:cNvSpPr txBox="1"/>
          <p:nvPr/>
        </p:nvSpPr>
        <p:spPr>
          <a:xfrm>
            <a:off x="7170496" y="1078314"/>
            <a:ext cx="8840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Payment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9E6885F-B1CE-C43A-0B7E-A2E6044DE6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612" y="1082836"/>
            <a:ext cx="304762" cy="3047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0CD3AEB-74D3-84AE-9D84-D2057B95D10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572" y="1094019"/>
            <a:ext cx="304762" cy="30476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2723451-1442-0354-C969-B8C2DAE64FC4}"/>
              </a:ext>
            </a:extLst>
          </p:cNvPr>
          <p:cNvSpPr txBox="1"/>
          <p:nvPr/>
        </p:nvSpPr>
        <p:spPr>
          <a:xfrm>
            <a:off x="2761311" y="1071675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About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5FDA5A9-5E0E-8E81-FE9C-C65D240AF761}"/>
              </a:ext>
            </a:extLst>
          </p:cNvPr>
          <p:cNvSpPr/>
          <p:nvPr/>
        </p:nvSpPr>
        <p:spPr>
          <a:xfrm>
            <a:off x="2507135" y="1622018"/>
            <a:ext cx="4318239" cy="18550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D767BF0-0353-DF1C-AC4E-C79ED6871F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0520" y="6004178"/>
            <a:ext cx="738835" cy="73883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6E2AF21-734D-985E-FE8A-2EE63F398615}"/>
              </a:ext>
            </a:extLst>
          </p:cNvPr>
          <p:cNvSpPr txBox="1"/>
          <p:nvPr/>
        </p:nvSpPr>
        <p:spPr>
          <a:xfrm>
            <a:off x="9487140" y="5604068"/>
            <a:ext cx="2014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2060"/>
                </a:solidFill>
                <a:latin typeface="Algerian" panose="04020705040A02060702" pitchFamily="82" charset="0"/>
              </a:rPr>
              <a:t>Zeyon</a:t>
            </a:r>
            <a:r>
              <a:rPr lang="en-US" sz="2000" b="1" dirty="0">
                <a:solidFill>
                  <a:srgbClr val="002060"/>
                </a:solidFill>
                <a:latin typeface="Algerian" panose="04020705040A02060702" pitchFamily="82" charset="0"/>
              </a:rPr>
              <a:t> Hotel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01AC3-1715-089E-F63B-F13DD69875B8}"/>
              </a:ext>
            </a:extLst>
          </p:cNvPr>
          <p:cNvSpPr txBox="1"/>
          <p:nvPr/>
        </p:nvSpPr>
        <p:spPr>
          <a:xfrm>
            <a:off x="4182375" y="1076121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About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297C73-FB61-22C1-DB73-E0ABCE7F2010}"/>
              </a:ext>
            </a:extLst>
          </p:cNvPr>
          <p:cNvSpPr/>
          <p:nvPr/>
        </p:nvSpPr>
        <p:spPr>
          <a:xfrm>
            <a:off x="4078582" y="1105433"/>
            <a:ext cx="1189942" cy="27364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7BFBEC-F8D2-030E-B12B-C0293AF98EC1}"/>
              </a:ext>
            </a:extLst>
          </p:cNvPr>
          <p:cNvSpPr txBox="1"/>
          <p:nvPr/>
        </p:nvSpPr>
        <p:spPr>
          <a:xfrm>
            <a:off x="4145544" y="1078314"/>
            <a:ext cx="837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General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667C22-9B67-21E5-81AA-B87F6BA8638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113" y="1082914"/>
            <a:ext cx="304762" cy="304762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52D1AF-3A8D-9C90-B0C5-4E684A79A35A}"/>
              </a:ext>
            </a:extLst>
          </p:cNvPr>
          <p:cNvSpPr/>
          <p:nvPr/>
        </p:nvSpPr>
        <p:spPr>
          <a:xfrm>
            <a:off x="7170496" y="1655357"/>
            <a:ext cx="4318239" cy="18550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60F608-7BF5-12A9-CBE2-3C2B236EC1E4}"/>
              </a:ext>
            </a:extLst>
          </p:cNvPr>
          <p:cNvSpPr/>
          <p:nvPr/>
        </p:nvSpPr>
        <p:spPr>
          <a:xfrm>
            <a:off x="2530489" y="4086905"/>
            <a:ext cx="4318239" cy="185505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347C60-A361-873D-9EAC-E6C354D9F59E}"/>
              </a:ext>
            </a:extLst>
          </p:cNvPr>
          <p:cNvSpPr txBox="1"/>
          <p:nvPr/>
        </p:nvSpPr>
        <p:spPr>
          <a:xfrm>
            <a:off x="3466292" y="2132207"/>
            <a:ext cx="2954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General</a:t>
            </a:r>
          </a:p>
          <a:p>
            <a:r>
              <a:rPr lang="en-US" dirty="0">
                <a:solidFill>
                  <a:srgbClr val="002060"/>
                </a:solidFill>
              </a:rPr>
              <a:t>-admin account </a:t>
            </a:r>
            <a:r>
              <a:rPr lang="en-US" dirty="0" err="1">
                <a:solidFill>
                  <a:srgbClr val="002060"/>
                </a:solidFill>
              </a:rPr>
              <a:t>informatin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-date  time</a:t>
            </a:r>
          </a:p>
          <a:p>
            <a:r>
              <a:rPr lang="en-US" dirty="0">
                <a:solidFill>
                  <a:srgbClr val="002060"/>
                </a:solidFill>
              </a:rPr>
              <a:t>-language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208D89-20BA-2000-9A9F-2E2A8DF0F0FF}"/>
              </a:ext>
            </a:extLst>
          </p:cNvPr>
          <p:cNvSpPr txBox="1"/>
          <p:nvPr/>
        </p:nvSpPr>
        <p:spPr>
          <a:xfrm>
            <a:off x="7717512" y="1980047"/>
            <a:ext cx="292804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Rate&amp;Tax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-season &amp; promotion</a:t>
            </a:r>
          </a:p>
          <a:p>
            <a:r>
              <a:rPr lang="en-US" dirty="0">
                <a:solidFill>
                  <a:srgbClr val="002060"/>
                </a:solidFill>
              </a:rPr>
              <a:t>-</a:t>
            </a:r>
            <a:r>
              <a:rPr lang="en-US" sz="1600" dirty="0">
                <a:solidFill>
                  <a:srgbClr val="002060"/>
                </a:solidFill>
              </a:rPr>
              <a:t>Booking policy</a:t>
            </a:r>
          </a:p>
          <a:p>
            <a:r>
              <a:rPr lang="en-US" sz="1600" dirty="0">
                <a:solidFill>
                  <a:srgbClr val="002060"/>
                </a:solidFill>
              </a:rPr>
              <a:t>-Extra Services Rate</a:t>
            </a:r>
          </a:p>
          <a:p>
            <a:r>
              <a:rPr lang="en-US" dirty="0">
                <a:solidFill>
                  <a:srgbClr val="002060"/>
                </a:solidFill>
              </a:rPr>
              <a:t>-</a:t>
            </a:r>
            <a:r>
              <a:rPr lang="en-US" dirty="0" err="1">
                <a:solidFill>
                  <a:srgbClr val="002060"/>
                </a:solidFill>
              </a:rPr>
              <a:t>Checkin</a:t>
            </a:r>
            <a:r>
              <a:rPr lang="en-US" dirty="0">
                <a:solidFill>
                  <a:srgbClr val="002060"/>
                </a:solidFill>
              </a:rPr>
              <a:t> &amp; Checkout time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DF99A1-2730-F5F6-67AC-B5FCACD31EAB}"/>
              </a:ext>
            </a:extLst>
          </p:cNvPr>
          <p:cNvSpPr txBox="1"/>
          <p:nvPr/>
        </p:nvSpPr>
        <p:spPr>
          <a:xfrm>
            <a:off x="3414655" y="4384042"/>
            <a:ext cx="2572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Payment</a:t>
            </a:r>
          </a:p>
          <a:p>
            <a:r>
              <a:rPr lang="en-US" dirty="0">
                <a:solidFill>
                  <a:srgbClr val="002060"/>
                </a:solidFill>
              </a:rPr>
              <a:t>-Payment Method</a:t>
            </a:r>
          </a:p>
          <a:p>
            <a:r>
              <a:rPr lang="en-US" dirty="0">
                <a:solidFill>
                  <a:srgbClr val="002060"/>
                </a:solidFill>
              </a:rPr>
              <a:t>-Deposit Setting</a:t>
            </a:r>
          </a:p>
          <a:p>
            <a:r>
              <a:rPr lang="en-US" dirty="0">
                <a:solidFill>
                  <a:srgbClr val="002060"/>
                </a:solidFill>
              </a:rPr>
              <a:t>-tax &amp; services charges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66982F-60D3-D68D-D3DA-5EBED4D19C54}"/>
              </a:ext>
            </a:extLst>
          </p:cNvPr>
          <p:cNvSpPr/>
          <p:nvPr/>
        </p:nvSpPr>
        <p:spPr>
          <a:xfrm>
            <a:off x="2471997" y="-57222"/>
            <a:ext cx="149352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Settings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FF1F0C5-7EDD-9B8F-4808-967B71BC06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706" y="86184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69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C9C11-3101-2DEB-4F75-5ACB0BA5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3D2D2A9-D39C-DDBA-1638-6DE3B3A52D0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A41A50-44AB-70F6-DBB9-C437273F0F49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6D6265-EC27-CEE6-3F23-677102D2EE44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EA9C5-FCBF-D672-9879-79839C58BCDD}"/>
              </a:ext>
            </a:extLst>
          </p:cNvPr>
          <p:cNvSpPr/>
          <p:nvPr/>
        </p:nvSpPr>
        <p:spPr>
          <a:xfrm>
            <a:off x="2505241" y="-57752"/>
            <a:ext cx="2484889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A91D606B-828A-3E24-F91F-3A32589AE0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283" y="111391"/>
            <a:ext cx="299837" cy="29983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B8C71A3-766B-7516-E35A-DF0B48F4D53D}"/>
              </a:ext>
            </a:extLst>
          </p:cNvPr>
          <p:cNvSpPr txBox="1"/>
          <p:nvPr/>
        </p:nvSpPr>
        <p:spPr>
          <a:xfrm>
            <a:off x="10434320" y="94285"/>
            <a:ext cx="157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Receptionist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E9CF4E-4D69-9D38-7E0A-55A93DF5BE50}"/>
              </a:ext>
            </a:extLst>
          </p:cNvPr>
          <p:cNvSpPr txBox="1"/>
          <p:nvPr/>
        </p:nvSpPr>
        <p:spPr>
          <a:xfrm>
            <a:off x="801964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75D4095-EFE9-DFB2-803B-6D9836215E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8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C8CF20E5-1129-1B8C-BDF0-E4AD50F88ED8}"/>
              </a:ext>
            </a:extLst>
          </p:cNvPr>
          <p:cNvSpPr/>
          <p:nvPr/>
        </p:nvSpPr>
        <p:spPr>
          <a:xfrm>
            <a:off x="2188694" y="44865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288093E2-EB87-9B1A-54F2-CA35D4E656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68122DD7-8822-152A-06DC-CEE7A07B7EFA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5517BE8C-1069-1019-3602-54C02FC9EA3B}"/>
              </a:ext>
            </a:extLst>
          </p:cNvPr>
          <p:cNvSpPr/>
          <p:nvPr/>
        </p:nvSpPr>
        <p:spPr>
          <a:xfrm>
            <a:off x="-5" y="1451343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7CB3F8-CBA0-E803-CCBC-4422FAA213C2}"/>
              </a:ext>
            </a:extLst>
          </p:cNvPr>
          <p:cNvSpPr txBox="1"/>
          <p:nvPr/>
        </p:nvSpPr>
        <p:spPr>
          <a:xfrm>
            <a:off x="409355" y="1503695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Receptionist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12F39B0-1EAE-DCF1-63F5-F04A199F04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0" y="2196612"/>
            <a:ext cx="266676" cy="266676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07FA815E-86C0-9D1B-6949-A97316C1174F}"/>
              </a:ext>
            </a:extLst>
          </p:cNvPr>
          <p:cNvSpPr txBox="1"/>
          <p:nvPr/>
        </p:nvSpPr>
        <p:spPr>
          <a:xfrm>
            <a:off x="428696" y="2172960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B1D2F698-B1D9-4B27-1878-810B3F71DF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15" y="2622925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2B3883CD-C94C-96DF-0E2F-9C0AFD5D6A71}"/>
              </a:ext>
            </a:extLst>
          </p:cNvPr>
          <p:cNvSpPr txBox="1"/>
          <p:nvPr/>
        </p:nvSpPr>
        <p:spPr>
          <a:xfrm>
            <a:off x="469200" y="2688770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78E9F74B-196C-D91C-CF47-7A9CBAB1D4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70" y="3185085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44CD60D3-1E6E-279F-5088-E2BAB3A2A4B0}"/>
              </a:ext>
            </a:extLst>
          </p:cNvPr>
          <p:cNvSpPr txBox="1"/>
          <p:nvPr/>
        </p:nvSpPr>
        <p:spPr>
          <a:xfrm>
            <a:off x="443667" y="3247879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D282306E-0358-F96F-3EEA-8CA3BD6287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9" y="3807414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D5C69349-C9D7-B777-D09F-E016A2A72301}"/>
              </a:ext>
            </a:extLst>
          </p:cNvPr>
          <p:cNvSpPr txBox="1"/>
          <p:nvPr/>
        </p:nvSpPr>
        <p:spPr>
          <a:xfrm>
            <a:off x="470916" y="3835266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D775AA95-185C-AC81-AFE8-CE176DF083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96" y="5080060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7E9C0877-5235-6FCC-9C75-7B2856E5C2D7}"/>
              </a:ext>
            </a:extLst>
          </p:cNvPr>
          <p:cNvSpPr txBox="1"/>
          <p:nvPr/>
        </p:nvSpPr>
        <p:spPr>
          <a:xfrm>
            <a:off x="492745" y="5051654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B9C549C7-6D8F-619A-F692-06B38C41A722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45EED94-32BD-275D-2BBA-361AF66D8B05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D461C-EC71-C913-1B1C-6C6679595A4D}"/>
              </a:ext>
            </a:extLst>
          </p:cNvPr>
          <p:cNvSpPr txBox="1"/>
          <p:nvPr/>
        </p:nvSpPr>
        <p:spPr>
          <a:xfrm>
            <a:off x="2297528" y="555142"/>
            <a:ext cx="1931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Receptionist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93F356-F723-AFB3-617F-16DA364C6BA2}"/>
              </a:ext>
            </a:extLst>
          </p:cNvPr>
          <p:cNvSpPr/>
          <p:nvPr/>
        </p:nvSpPr>
        <p:spPr>
          <a:xfrm>
            <a:off x="8737600" y="571270"/>
            <a:ext cx="1186244" cy="31825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427A10-DE9A-3CA5-72E9-365740541DF0}"/>
              </a:ext>
            </a:extLst>
          </p:cNvPr>
          <p:cNvSpPr/>
          <p:nvPr/>
        </p:nvSpPr>
        <p:spPr>
          <a:xfrm>
            <a:off x="10048240" y="541689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93764-A45B-CAEA-DF92-19B136B4AC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251" y="595782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995712-F8A7-C8B4-4BCA-DA9C86940D13}"/>
              </a:ext>
            </a:extLst>
          </p:cNvPr>
          <p:cNvSpPr txBox="1"/>
          <p:nvPr/>
        </p:nvSpPr>
        <p:spPr>
          <a:xfrm>
            <a:off x="10062359" y="536469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Rooms…..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F18434-B3D6-3D73-5ACA-8FBEDE5064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66" y="592488"/>
            <a:ext cx="402588" cy="2625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EBAD73-C4DC-6C18-A6B7-AA2D45759728}"/>
              </a:ext>
            </a:extLst>
          </p:cNvPr>
          <p:cNvSpPr txBox="1"/>
          <p:nvPr/>
        </p:nvSpPr>
        <p:spPr>
          <a:xfrm>
            <a:off x="9279675" y="521090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Add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164A23C-B214-A290-36BB-6126CAE02A6A}"/>
              </a:ext>
            </a:extLst>
          </p:cNvPr>
          <p:cNvSpPr/>
          <p:nvPr/>
        </p:nvSpPr>
        <p:spPr>
          <a:xfrm>
            <a:off x="2387600" y="1198879"/>
            <a:ext cx="1270000" cy="30481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All Rooms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ED91972-579A-D031-AB19-431E258CEEA4}"/>
              </a:ext>
            </a:extLst>
          </p:cNvPr>
          <p:cNvSpPr/>
          <p:nvPr/>
        </p:nvSpPr>
        <p:spPr>
          <a:xfrm>
            <a:off x="3856506" y="1191796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D95D8735-C00B-2CD0-D706-528B33DC2F23}"/>
              </a:ext>
            </a:extLst>
          </p:cNvPr>
          <p:cNvSpPr/>
          <p:nvPr/>
        </p:nvSpPr>
        <p:spPr>
          <a:xfrm>
            <a:off x="5325412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Occupied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FC971BD-BBB0-3B18-BAD4-282CC1A7BA46}"/>
              </a:ext>
            </a:extLst>
          </p:cNvPr>
          <p:cNvSpPr/>
          <p:nvPr/>
        </p:nvSpPr>
        <p:spPr>
          <a:xfrm>
            <a:off x="6800448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Reserved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85DD9F3-0713-16A2-DDB5-D2A5A7C60B42}"/>
              </a:ext>
            </a:extLst>
          </p:cNvPr>
          <p:cNvSpPr/>
          <p:nvPr/>
        </p:nvSpPr>
        <p:spPr>
          <a:xfrm>
            <a:off x="8275484" y="1191795"/>
            <a:ext cx="1528916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10E60B1-B52D-1249-AEA9-DACE95C77CB4}"/>
              </a:ext>
            </a:extLst>
          </p:cNvPr>
          <p:cNvSpPr/>
          <p:nvPr/>
        </p:nvSpPr>
        <p:spPr>
          <a:xfrm>
            <a:off x="10048240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Dirty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2D943DE9-B126-5DBB-3EC5-4825638D06F9}"/>
              </a:ext>
            </a:extLst>
          </p:cNvPr>
          <p:cNvSpPr/>
          <p:nvPr/>
        </p:nvSpPr>
        <p:spPr>
          <a:xfrm>
            <a:off x="2387600" y="1766077"/>
            <a:ext cx="2937812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17F3807-7C6C-6878-CF41-2EB41781BA01}"/>
              </a:ext>
            </a:extLst>
          </p:cNvPr>
          <p:cNvSpPr/>
          <p:nvPr/>
        </p:nvSpPr>
        <p:spPr>
          <a:xfrm>
            <a:off x="2417208" y="4265622"/>
            <a:ext cx="2908203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B512C5A-1F12-E607-7BC9-D0E22A409C94}"/>
              </a:ext>
            </a:extLst>
          </p:cNvPr>
          <p:cNvSpPr/>
          <p:nvPr/>
        </p:nvSpPr>
        <p:spPr>
          <a:xfrm>
            <a:off x="5678775" y="1811421"/>
            <a:ext cx="2957224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6579682-24BD-DFC2-4192-632598FBF880}"/>
              </a:ext>
            </a:extLst>
          </p:cNvPr>
          <p:cNvSpPr/>
          <p:nvPr/>
        </p:nvSpPr>
        <p:spPr>
          <a:xfrm>
            <a:off x="9009461" y="1796773"/>
            <a:ext cx="2849389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6827AAAE-4507-B252-18E7-CCE37685408B}"/>
              </a:ext>
            </a:extLst>
          </p:cNvPr>
          <p:cNvSpPr/>
          <p:nvPr/>
        </p:nvSpPr>
        <p:spPr>
          <a:xfrm>
            <a:off x="5678774" y="4286191"/>
            <a:ext cx="2957225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905EB1C-D2AF-BEE8-CD88-6FCBAB2A5B24}"/>
              </a:ext>
            </a:extLst>
          </p:cNvPr>
          <p:cNvSpPr/>
          <p:nvPr/>
        </p:nvSpPr>
        <p:spPr>
          <a:xfrm>
            <a:off x="9009462" y="4286191"/>
            <a:ext cx="2923542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3B0A8025-3D38-AC01-34AA-3461FD8685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802" y="4511041"/>
            <a:ext cx="1416430" cy="1819363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A41AA138-8A87-654F-1025-7315788325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03" y="1960881"/>
            <a:ext cx="1382203" cy="191663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3521506-BACF-DF92-AF24-D78533D441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00" y="4434091"/>
            <a:ext cx="1252206" cy="1896313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9E1E8A8B-A168-F48E-58EA-E4E597A2B61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51" y="2045402"/>
            <a:ext cx="1291129" cy="1847113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46F48D10-E73A-F607-C10F-3F666E00745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859" y="4471375"/>
            <a:ext cx="1320975" cy="189631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B75EE288-9084-DE36-0C0A-9F3756CBDE0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779" y="1960880"/>
            <a:ext cx="1398863" cy="1916631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70E7C2FD-D977-52CF-863C-712C36955BC6}"/>
              </a:ext>
            </a:extLst>
          </p:cNvPr>
          <p:cNvSpPr txBox="1"/>
          <p:nvPr/>
        </p:nvSpPr>
        <p:spPr>
          <a:xfrm>
            <a:off x="3839476" y="196061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4EBA7B-B62E-143C-669F-BC16F34A6939}"/>
              </a:ext>
            </a:extLst>
          </p:cNvPr>
          <p:cNvSpPr txBox="1"/>
          <p:nvPr/>
        </p:nvSpPr>
        <p:spPr>
          <a:xfrm>
            <a:off x="7228505" y="197903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C62D3C7-7525-F939-F3B3-0EF49674D580}"/>
              </a:ext>
            </a:extLst>
          </p:cNvPr>
          <p:cNvSpPr txBox="1"/>
          <p:nvPr/>
        </p:nvSpPr>
        <p:spPr>
          <a:xfrm>
            <a:off x="3891874" y="443409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453C6D5-C9D6-1BFA-6EDD-B1FE29D242C0}"/>
              </a:ext>
            </a:extLst>
          </p:cNvPr>
          <p:cNvSpPr txBox="1"/>
          <p:nvPr/>
        </p:nvSpPr>
        <p:spPr>
          <a:xfrm>
            <a:off x="7260821" y="445484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2A052BA-19A0-CE63-A5CE-641B2D8D1CFB}"/>
              </a:ext>
            </a:extLst>
          </p:cNvPr>
          <p:cNvSpPr txBox="1"/>
          <p:nvPr/>
        </p:nvSpPr>
        <p:spPr>
          <a:xfrm>
            <a:off x="10481030" y="203253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85B7931-8177-7386-D842-9B3F2A65A2F8}"/>
              </a:ext>
            </a:extLst>
          </p:cNvPr>
          <p:cNvSpPr txBox="1"/>
          <p:nvPr/>
        </p:nvSpPr>
        <p:spPr>
          <a:xfrm>
            <a:off x="10541990" y="443863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199C624-AA9C-8D23-1C42-1C0CBB5E9245}"/>
              </a:ext>
            </a:extLst>
          </p:cNvPr>
          <p:cNvSpPr txBox="1"/>
          <p:nvPr/>
        </p:nvSpPr>
        <p:spPr>
          <a:xfrm>
            <a:off x="3839476" y="2315566"/>
            <a:ext cx="1234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Single room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6909B92-DC2E-CC30-3C5E-43A50FD32EB2}"/>
              </a:ext>
            </a:extLst>
          </p:cNvPr>
          <p:cNvSpPr txBox="1"/>
          <p:nvPr/>
        </p:nvSpPr>
        <p:spPr>
          <a:xfrm>
            <a:off x="3891874" y="4740137"/>
            <a:ext cx="1234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Single room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C73AECE-FBBA-92A9-1F7D-322659F575CF}"/>
              </a:ext>
            </a:extLst>
          </p:cNvPr>
          <p:cNvSpPr txBox="1"/>
          <p:nvPr/>
        </p:nvSpPr>
        <p:spPr>
          <a:xfrm>
            <a:off x="7254315" y="2340094"/>
            <a:ext cx="130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Double room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9D2C4E9-CC41-D0E6-9159-51693EAABED4}"/>
              </a:ext>
            </a:extLst>
          </p:cNvPr>
          <p:cNvSpPr txBox="1"/>
          <p:nvPr/>
        </p:nvSpPr>
        <p:spPr>
          <a:xfrm>
            <a:off x="7257642" y="4809213"/>
            <a:ext cx="130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Double room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CF17F46-B2B9-5994-01AB-54FE774403B7}"/>
              </a:ext>
            </a:extLst>
          </p:cNvPr>
          <p:cNvSpPr txBox="1"/>
          <p:nvPr/>
        </p:nvSpPr>
        <p:spPr>
          <a:xfrm>
            <a:off x="10452680" y="2371287"/>
            <a:ext cx="125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Family room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F77D221-1F24-9119-E3C0-6D903540FFA0}"/>
              </a:ext>
            </a:extLst>
          </p:cNvPr>
          <p:cNvSpPr txBox="1"/>
          <p:nvPr/>
        </p:nvSpPr>
        <p:spPr>
          <a:xfrm>
            <a:off x="10562995" y="4771251"/>
            <a:ext cx="125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Family room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DB0C88A-8BC1-E53A-A6F2-F5ED98289DB6}"/>
              </a:ext>
            </a:extLst>
          </p:cNvPr>
          <p:cNvSpPr txBox="1"/>
          <p:nvPr/>
        </p:nvSpPr>
        <p:spPr>
          <a:xfrm>
            <a:off x="3860530" y="3395182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15000Danga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B3B1C9D-5137-2DE3-403F-879EA7537F7D}"/>
              </a:ext>
            </a:extLst>
          </p:cNvPr>
          <p:cNvSpPr txBox="1"/>
          <p:nvPr/>
        </p:nvSpPr>
        <p:spPr>
          <a:xfrm>
            <a:off x="3913266" y="5811143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15000Danga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BDBC8BD-5F21-62F6-8515-90D0D7A36B3C}"/>
              </a:ext>
            </a:extLst>
          </p:cNvPr>
          <p:cNvSpPr txBox="1"/>
          <p:nvPr/>
        </p:nvSpPr>
        <p:spPr>
          <a:xfrm>
            <a:off x="7190346" y="3395182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B7537D-EC94-71C9-873A-5EE0C84B1D1E}"/>
              </a:ext>
            </a:extLst>
          </p:cNvPr>
          <p:cNvSpPr txBox="1"/>
          <p:nvPr/>
        </p:nvSpPr>
        <p:spPr>
          <a:xfrm>
            <a:off x="7276225" y="5822705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BBB0891-CE28-F165-AD37-75238E3059B2}"/>
              </a:ext>
            </a:extLst>
          </p:cNvPr>
          <p:cNvSpPr txBox="1"/>
          <p:nvPr/>
        </p:nvSpPr>
        <p:spPr>
          <a:xfrm>
            <a:off x="10473810" y="3383959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94B67F1-6B8B-577B-E964-F422108D55C9}"/>
              </a:ext>
            </a:extLst>
          </p:cNvPr>
          <p:cNvSpPr txBox="1"/>
          <p:nvPr/>
        </p:nvSpPr>
        <p:spPr>
          <a:xfrm>
            <a:off x="10550846" y="5811143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AC6EC74-E256-60C2-F01A-9D90532CED4F}"/>
              </a:ext>
            </a:extLst>
          </p:cNvPr>
          <p:cNvSpPr txBox="1"/>
          <p:nvPr/>
        </p:nvSpPr>
        <p:spPr>
          <a:xfrm>
            <a:off x="3844605" y="2723929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C90AF28-21C8-F6C2-4F5D-DBE361B8FEF2}"/>
              </a:ext>
            </a:extLst>
          </p:cNvPr>
          <p:cNvSpPr txBox="1"/>
          <p:nvPr/>
        </p:nvSpPr>
        <p:spPr>
          <a:xfrm>
            <a:off x="7260821" y="5102382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E21CA4D-1A53-A19F-AC2C-8C5880C32D16}"/>
              </a:ext>
            </a:extLst>
          </p:cNvPr>
          <p:cNvSpPr txBox="1"/>
          <p:nvPr/>
        </p:nvSpPr>
        <p:spPr>
          <a:xfrm>
            <a:off x="7254315" y="2683124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Occupied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85E0221-2C5F-0BF1-3CF2-C8DF46B86161}"/>
              </a:ext>
            </a:extLst>
          </p:cNvPr>
          <p:cNvSpPr txBox="1"/>
          <p:nvPr/>
        </p:nvSpPr>
        <p:spPr>
          <a:xfrm>
            <a:off x="10540462" y="5106453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250B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0FE257-1DE5-4CC5-FFA3-04777284197F}"/>
              </a:ext>
            </a:extLst>
          </p:cNvPr>
          <p:cNvSpPr txBox="1"/>
          <p:nvPr/>
        </p:nvSpPr>
        <p:spPr>
          <a:xfrm>
            <a:off x="3904363" y="5035333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Reserved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76F3DA5-55FF-857D-6757-7E5D412F2222}"/>
              </a:ext>
            </a:extLst>
          </p:cNvPr>
          <p:cNvSpPr txBox="1"/>
          <p:nvPr/>
        </p:nvSpPr>
        <p:spPr>
          <a:xfrm>
            <a:off x="10481030" y="2659336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66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Dirty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773973B8-814B-9BAA-04CE-2F5FE29943C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344" y="114987"/>
            <a:ext cx="304762" cy="304762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1A52C536-A9F9-4F5A-EB57-60D8724DC50F}"/>
              </a:ext>
            </a:extLst>
          </p:cNvPr>
          <p:cNvSpPr/>
          <p:nvPr/>
        </p:nvSpPr>
        <p:spPr>
          <a:xfrm>
            <a:off x="2606434" y="-67430"/>
            <a:ext cx="1547805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Receptionist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7C380-8A28-9D72-4EB9-85BC19382CC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9" y="1501630"/>
            <a:ext cx="266676" cy="2666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982F9B-67B2-AE95-60F1-37F7F12ABFA2}"/>
              </a:ext>
            </a:extLst>
          </p:cNvPr>
          <p:cNvSpPr txBox="1"/>
          <p:nvPr/>
        </p:nvSpPr>
        <p:spPr>
          <a:xfrm>
            <a:off x="480564" y="4252621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Check 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91CB83-FC01-47D8-91B8-4C9A6EE667AA}"/>
              </a:ext>
            </a:extLst>
          </p:cNvPr>
          <p:cNvSpPr txBox="1"/>
          <p:nvPr/>
        </p:nvSpPr>
        <p:spPr>
          <a:xfrm>
            <a:off x="471511" y="4646082"/>
            <a:ext cx="883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Check Out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159F60-FE6F-4D32-3DC8-1636B30B7A9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4" y="4709406"/>
            <a:ext cx="264229" cy="2642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6E4C14-56E8-244B-67DA-688793A239F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97" y="4236361"/>
            <a:ext cx="304762" cy="3047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C59EFB5-148A-265C-EA01-33E458F4572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346" y="116649"/>
            <a:ext cx="304762" cy="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41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D9DB-9C9B-39C5-E6B4-461E163D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7F89FB3-C79A-DB61-7554-6C597E38D8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787" r="31787"/>
          <a:stretch>
            <a:fillRect/>
          </a:stretch>
        </p:blipFill>
        <p:spPr>
          <a:xfrm>
            <a:off x="-1" y="1"/>
            <a:ext cx="2188693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901F82-83FF-6841-6E46-4A48B9E3F62B}"/>
              </a:ext>
            </a:extLst>
          </p:cNvPr>
          <p:cNvSpPr txBox="1"/>
          <p:nvPr/>
        </p:nvSpPr>
        <p:spPr>
          <a:xfrm>
            <a:off x="3753853" y="2242686"/>
            <a:ext cx="327259" cy="529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4F891B-DF0E-2E66-AE4C-0270C1E73E6F}"/>
              </a:ext>
            </a:extLst>
          </p:cNvPr>
          <p:cNvSpPr/>
          <p:nvPr/>
        </p:nvSpPr>
        <p:spPr>
          <a:xfrm>
            <a:off x="2188692" y="0"/>
            <a:ext cx="10003309" cy="433137"/>
          </a:xfrm>
          <a:prstGeom prst="rect">
            <a:avLst/>
          </a:prstGeom>
          <a:solidFill>
            <a:schemeClr val="tx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FDBD03-99FD-CD0C-E923-14B548670574}"/>
              </a:ext>
            </a:extLst>
          </p:cNvPr>
          <p:cNvSpPr/>
          <p:nvPr/>
        </p:nvSpPr>
        <p:spPr>
          <a:xfrm>
            <a:off x="2505241" y="-57752"/>
            <a:ext cx="2484889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0033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5B27BFEA-05BD-AA48-7D31-78E0F1D314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978" y="121805"/>
            <a:ext cx="290576" cy="29057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07647BC-876E-32A3-CD1D-4706C290152D}"/>
              </a:ext>
            </a:extLst>
          </p:cNvPr>
          <p:cNvSpPr txBox="1"/>
          <p:nvPr/>
        </p:nvSpPr>
        <p:spPr>
          <a:xfrm>
            <a:off x="10489886" y="94285"/>
            <a:ext cx="152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Receptionist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D12CF6-025C-8971-98B0-77CA7C70443D}"/>
              </a:ext>
            </a:extLst>
          </p:cNvPr>
          <p:cNvSpPr txBox="1"/>
          <p:nvPr/>
        </p:nvSpPr>
        <p:spPr>
          <a:xfrm>
            <a:off x="7989168" y="63805"/>
            <a:ext cx="190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25Oct2026,Thursday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374EAE6-D1A7-4AF7-4924-46C998642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980" y="21012"/>
            <a:ext cx="398390" cy="38603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5223EC65-F73E-DB62-8E72-38CE167A98AB}"/>
              </a:ext>
            </a:extLst>
          </p:cNvPr>
          <p:cNvSpPr/>
          <p:nvPr/>
        </p:nvSpPr>
        <p:spPr>
          <a:xfrm>
            <a:off x="2188694" y="448658"/>
            <a:ext cx="10003306" cy="6398771"/>
          </a:xfrm>
          <a:prstGeom prst="rect">
            <a:avLst/>
          </a:prstGeom>
          <a:solidFill>
            <a:schemeClr val="tx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8B27249-6FE7-1987-4EE9-BAF2584307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25" y="226365"/>
            <a:ext cx="738835" cy="73883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41F34968-BE95-16D8-F9A8-405B32F76247}"/>
              </a:ext>
            </a:extLst>
          </p:cNvPr>
          <p:cNvSpPr txBox="1"/>
          <p:nvPr/>
        </p:nvSpPr>
        <p:spPr>
          <a:xfrm>
            <a:off x="934657" y="459452"/>
            <a:ext cx="11668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</a:rPr>
              <a:t>HOTEL </a:t>
            </a:r>
          </a:p>
          <a:p>
            <a:r>
              <a:rPr lang="en-US" sz="1600" b="1" dirty="0">
                <a:latin typeface="Agency FB" panose="020B0503020202020204" pitchFamily="34" charset="0"/>
              </a:rPr>
              <a:t>MANAGEMENT       SYSTEM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D83388-BE39-B96D-0FB5-ED4EA6B3DA32}"/>
              </a:ext>
            </a:extLst>
          </p:cNvPr>
          <p:cNvSpPr txBox="1"/>
          <p:nvPr/>
        </p:nvSpPr>
        <p:spPr>
          <a:xfrm>
            <a:off x="409355" y="1503695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Receptionist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0470684-A60A-8F69-1ABA-2E5B7F11A1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27" y="2536942"/>
            <a:ext cx="369388" cy="369388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ED7BFD53-7A91-E8FA-1809-59CCBA04526A}"/>
              </a:ext>
            </a:extLst>
          </p:cNvPr>
          <p:cNvSpPr txBox="1"/>
          <p:nvPr/>
        </p:nvSpPr>
        <p:spPr>
          <a:xfrm>
            <a:off x="469912" y="2602787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Service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2573B127-4CB1-0121-D554-85BB37F327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46" y="3064888"/>
            <a:ext cx="297417" cy="29741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3C643B18-B451-B7DB-487F-7D9C4A7D2C27}"/>
              </a:ext>
            </a:extLst>
          </p:cNvPr>
          <p:cNvSpPr txBox="1"/>
          <p:nvPr/>
        </p:nvSpPr>
        <p:spPr>
          <a:xfrm>
            <a:off x="450843" y="3127682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Guest management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F2FDFF22-7C42-BD94-5A62-C657B4157B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3" y="3615533"/>
            <a:ext cx="297417" cy="297417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E3C88F1F-98E3-E4D1-9963-FF4698218068}"/>
              </a:ext>
            </a:extLst>
          </p:cNvPr>
          <p:cNvSpPr txBox="1"/>
          <p:nvPr/>
        </p:nvSpPr>
        <p:spPr>
          <a:xfrm>
            <a:off x="485040" y="363249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Booking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57482725-6E77-51A7-C8AB-3018CD8EA6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9" y="6046494"/>
            <a:ext cx="264229" cy="264229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44971F87-DEBB-C927-949E-E3A290ABFA83}"/>
              </a:ext>
            </a:extLst>
          </p:cNvPr>
          <p:cNvSpPr txBox="1"/>
          <p:nvPr/>
        </p:nvSpPr>
        <p:spPr>
          <a:xfrm>
            <a:off x="431440" y="6029432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Settings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E302546A-5211-ABB5-D135-613D6B68497B}"/>
              </a:ext>
            </a:extLst>
          </p:cNvPr>
          <p:cNvSpPr/>
          <p:nvPr/>
        </p:nvSpPr>
        <p:spPr>
          <a:xfrm>
            <a:off x="-4" y="6543475"/>
            <a:ext cx="2188691" cy="2974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A224903-C5E2-4F48-8ED9-86B19066E576}"/>
              </a:ext>
            </a:extLst>
          </p:cNvPr>
          <p:cNvSpPr txBox="1"/>
          <p:nvPr/>
        </p:nvSpPr>
        <p:spPr>
          <a:xfrm>
            <a:off x="602062" y="6522906"/>
            <a:ext cx="849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Logout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D1C209-58FB-AC55-7FD1-3B717C5D3397}"/>
              </a:ext>
            </a:extLst>
          </p:cNvPr>
          <p:cNvSpPr txBox="1"/>
          <p:nvPr/>
        </p:nvSpPr>
        <p:spPr>
          <a:xfrm>
            <a:off x="2297528" y="555142"/>
            <a:ext cx="3188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Rooms Management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5202E9-1563-AC57-4DC6-D0F8E285F245}"/>
              </a:ext>
            </a:extLst>
          </p:cNvPr>
          <p:cNvSpPr/>
          <p:nvPr/>
        </p:nvSpPr>
        <p:spPr>
          <a:xfrm>
            <a:off x="10048240" y="541689"/>
            <a:ext cx="2023644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23C66-1FBA-5F32-1B2E-CA6E47EF53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251" y="595782"/>
            <a:ext cx="264160" cy="26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B935CE-6EBA-3AA9-18CD-A5235F10ADCB}"/>
              </a:ext>
            </a:extLst>
          </p:cNvPr>
          <p:cNvSpPr txBox="1"/>
          <p:nvPr/>
        </p:nvSpPr>
        <p:spPr>
          <a:xfrm>
            <a:off x="10062359" y="536469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gency FB" panose="020B0503020202020204" pitchFamily="34" charset="0"/>
              </a:rPr>
              <a:t>Search Rooms…..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206D78-E859-C9D9-8661-CD42E650AD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66" y="592488"/>
            <a:ext cx="402588" cy="262501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1A792865-AE3C-E969-B530-C296F7579E63}"/>
              </a:ext>
            </a:extLst>
          </p:cNvPr>
          <p:cNvSpPr/>
          <p:nvPr/>
        </p:nvSpPr>
        <p:spPr>
          <a:xfrm>
            <a:off x="2387600" y="1198879"/>
            <a:ext cx="1270000" cy="30481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All Rooms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134B5F2-4E4F-7116-363C-7460EBE6E36A}"/>
              </a:ext>
            </a:extLst>
          </p:cNvPr>
          <p:cNvSpPr/>
          <p:nvPr/>
        </p:nvSpPr>
        <p:spPr>
          <a:xfrm>
            <a:off x="3856506" y="1191796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EE6545D-40D8-BC9A-1624-6BAF310D601A}"/>
              </a:ext>
            </a:extLst>
          </p:cNvPr>
          <p:cNvSpPr/>
          <p:nvPr/>
        </p:nvSpPr>
        <p:spPr>
          <a:xfrm>
            <a:off x="5325412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Occupied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9207C1A-612D-9123-107C-43D1F065AF6F}"/>
              </a:ext>
            </a:extLst>
          </p:cNvPr>
          <p:cNvSpPr/>
          <p:nvPr/>
        </p:nvSpPr>
        <p:spPr>
          <a:xfrm>
            <a:off x="6800448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Reserved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CDD4A2C-4349-2AE5-6741-14BFE83E3204}"/>
              </a:ext>
            </a:extLst>
          </p:cNvPr>
          <p:cNvSpPr/>
          <p:nvPr/>
        </p:nvSpPr>
        <p:spPr>
          <a:xfrm>
            <a:off x="8275484" y="1191795"/>
            <a:ext cx="1528916" cy="3182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F2B8AF33-23EB-F595-1D55-70D0056A9C03}"/>
              </a:ext>
            </a:extLst>
          </p:cNvPr>
          <p:cNvSpPr/>
          <p:nvPr/>
        </p:nvSpPr>
        <p:spPr>
          <a:xfrm>
            <a:off x="10048240" y="1198879"/>
            <a:ext cx="1270000" cy="30481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Dirty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253ED11-1FCC-F05D-B1AD-8EDF96C9E044}"/>
              </a:ext>
            </a:extLst>
          </p:cNvPr>
          <p:cNvSpPr/>
          <p:nvPr/>
        </p:nvSpPr>
        <p:spPr>
          <a:xfrm>
            <a:off x="2387600" y="1766077"/>
            <a:ext cx="2937812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738E7B4F-BE27-E7AD-C972-0814C36142FF}"/>
              </a:ext>
            </a:extLst>
          </p:cNvPr>
          <p:cNvSpPr/>
          <p:nvPr/>
        </p:nvSpPr>
        <p:spPr>
          <a:xfrm>
            <a:off x="2417208" y="4265622"/>
            <a:ext cx="2908203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93CD513-0A12-79DD-B95D-7A2ACD53B614}"/>
              </a:ext>
            </a:extLst>
          </p:cNvPr>
          <p:cNvSpPr/>
          <p:nvPr/>
        </p:nvSpPr>
        <p:spPr>
          <a:xfrm>
            <a:off x="5678775" y="1811421"/>
            <a:ext cx="2957224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EE1BDFE-5AD1-27A2-6B96-8D52D8D16934}"/>
              </a:ext>
            </a:extLst>
          </p:cNvPr>
          <p:cNvSpPr/>
          <p:nvPr/>
        </p:nvSpPr>
        <p:spPr>
          <a:xfrm>
            <a:off x="9009461" y="1796773"/>
            <a:ext cx="2849389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87F37A18-4956-B6DA-73E9-DFC408917867}"/>
              </a:ext>
            </a:extLst>
          </p:cNvPr>
          <p:cNvSpPr/>
          <p:nvPr/>
        </p:nvSpPr>
        <p:spPr>
          <a:xfrm>
            <a:off x="5678774" y="4286191"/>
            <a:ext cx="2957225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CE821A6-26BE-BC4C-9DC2-C6E1E5A260AA}"/>
              </a:ext>
            </a:extLst>
          </p:cNvPr>
          <p:cNvSpPr/>
          <p:nvPr/>
        </p:nvSpPr>
        <p:spPr>
          <a:xfrm>
            <a:off x="9009462" y="4286191"/>
            <a:ext cx="2923542" cy="2257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9BEE0C8D-AD66-6BF2-242E-B1DA8D5B0B1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802" y="4511041"/>
            <a:ext cx="1416430" cy="1819363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A88A2B6B-B5BB-BE20-8E63-B1AD1D7E035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303" y="1960881"/>
            <a:ext cx="1382203" cy="191663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338760D-326E-3C57-C9CB-D190894352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00" y="4434091"/>
            <a:ext cx="1252206" cy="1896313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BF967151-B27C-4C70-A4D9-D546364C54D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51" y="2045402"/>
            <a:ext cx="1291129" cy="1847113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C48C2FD1-3D68-5394-72BA-BADA372EBDA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859" y="4471375"/>
            <a:ext cx="1320975" cy="1896313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18B82387-08F5-1501-7874-3BB01E44A23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779" y="1960880"/>
            <a:ext cx="1398863" cy="1916631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A5C76968-6A65-DCCD-A507-30334BEB5B02}"/>
              </a:ext>
            </a:extLst>
          </p:cNvPr>
          <p:cNvSpPr txBox="1"/>
          <p:nvPr/>
        </p:nvSpPr>
        <p:spPr>
          <a:xfrm>
            <a:off x="3839476" y="196061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42C2F72-C470-F1C7-B14F-FCA4FAE71EF7}"/>
              </a:ext>
            </a:extLst>
          </p:cNvPr>
          <p:cNvSpPr txBox="1"/>
          <p:nvPr/>
        </p:nvSpPr>
        <p:spPr>
          <a:xfrm>
            <a:off x="7228505" y="197903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FFAD1B4-2739-79D6-FC91-850CBB0EC81A}"/>
              </a:ext>
            </a:extLst>
          </p:cNvPr>
          <p:cNvSpPr txBox="1"/>
          <p:nvPr/>
        </p:nvSpPr>
        <p:spPr>
          <a:xfrm>
            <a:off x="3891874" y="443409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1843073-D602-9C90-6FE6-CA597F81BA17}"/>
              </a:ext>
            </a:extLst>
          </p:cNvPr>
          <p:cNvSpPr txBox="1"/>
          <p:nvPr/>
        </p:nvSpPr>
        <p:spPr>
          <a:xfrm>
            <a:off x="7260821" y="445484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FFD8F55-FDA0-4D67-C6E8-9DF933F1E0A9}"/>
              </a:ext>
            </a:extLst>
          </p:cNvPr>
          <p:cNvSpPr txBox="1"/>
          <p:nvPr/>
        </p:nvSpPr>
        <p:spPr>
          <a:xfrm>
            <a:off x="10481030" y="2032538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FF32937-50FA-9A74-3B95-C52A744AEF47}"/>
              </a:ext>
            </a:extLst>
          </p:cNvPr>
          <p:cNvSpPr txBox="1"/>
          <p:nvPr/>
        </p:nvSpPr>
        <p:spPr>
          <a:xfrm>
            <a:off x="10541990" y="443863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1001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EE44093-2F7A-38FB-42E7-02511E4A8FA8}"/>
              </a:ext>
            </a:extLst>
          </p:cNvPr>
          <p:cNvSpPr txBox="1"/>
          <p:nvPr/>
        </p:nvSpPr>
        <p:spPr>
          <a:xfrm>
            <a:off x="3839476" y="2315566"/>
            <a:ext cx="1234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Single room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B05041D-90CF-A915-3A86-650E07F2DF0B}"/>
              </a:ext>
            </a:extLst>
          </p:cNvPr>
          <p:cNvSpPr txBox="1"/>
          <p:nvPr/>
        </p:nvSpPr>
        <p:spPr>
          <a:xfrm>
            <a:off x="3891874" y="4740137"/>
            <a:ext cx="1234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Single room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4A1E1D6A-828E-182C-6F32-BDBE9957E9FC}"/>
              </a:ext>
            </a:extLst>
          </p:cNvPr>
          <p:cNvSpPr txBox="1"/>
          <p:nvPr/>
        </p:nvSpPr>
        <p:spPr>
          <a:xfrm>
            <a:off x="7254315" y="2340094"/>
            <a:ext cx="130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Double room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A8FB1D4-5847-3805-5FC0-02386E2363D3}"/>
              </a:ext>
            </a:extLst>
          </p:cNvPr>
          <p:cNvSpPr txBox="1"/>
          <p:nvPr/>
        </p:nvSpPr>
        <p:spPr>
          <a:xfrm>
            <a:off x="7257642" y="4809213"/>
            <a:ext cx="1302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Double room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9A11A36-A97E-392E-3B8A-B1C318AE2BCF}"/>
              </a:ext>
            </a:extLst>
          </p:cNvPr>
          <p:cNvSpPr txBox="1"/>
          <p:nvPr/>
        </p:nvSpPr>
        <p:spPr>
          <a:xfrm>
            <a:off x="10452680" y="2371287"/>
            <a:ext cx="125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Family room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E9775F6-22D9-5D1F-18B5-2FD35BED8B11}"/>
              </a:ext>
            </a:extLst>
          </p:cNvPr>
          <p:cNvSpPr txBox="1"/>
          <p:nvPr/>
        </p:nvSpPr>
        <p:spPr>
          <a:xfrm>
            <a:off x="10562995" y="4771251"/>
            <a:ext cx="1257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Family room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183E8BF-3EEC-72F9-79EF-9C6D59994E17}"/>
              </a:ext>
            </a:extLst>
          </p:cNvPr>
          <p:cNvSpPr txBox="1"/>
          <p:nvPr/>
        </p:nvSpPr>
        <p:spPr>
          <a:xfrm>
            <a:off x="3860530" y="3395182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15000Danga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11708ED-14AF-218A-CA4F-D3651B247F48}"/>
              </a:ext>
            </a:extLst>
          </p:cNvPr>
          <p:cNvSpPr txBox="1"/>
          <p:nvPr/>
        </p:nvSpPr>
        <p:spPr>
          <a:xfrm>
            <a:off x="3913266" y="5811143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15000Danga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A54CA52-8917-D75C-7755-C6367E80D77B}"/>
              </a:ext>
            </a:extLst>
          </p:cNvPr>
          <p:cNvSpPr txBox="1"/>
          <p:nvPr/>
        </p:nvSpPr>
        <p:spPr>
          <a:xfrm>
            <a:off x="7190346" y="3395182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CD03669-7D71-0BF5-44C8-D0A9A0C86701}"/>
              </a:ext>
            </a:extLst>
          </p:cNvPr>
          <p:cNvSpPr txBox="1"/>
          <p:nvPr/>
        </p:nvSpPr>
        <p:spPr>
          <a:xfrm>
            <a:off x="7276225" y="5822705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20000Danga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AE05813-C299-EA90-AD9A-B2264B2913D3}"/>
              </a:ext>
            </a:extLst>
          </p:cNvPr>
          <p:cNvSpPr txBox="1"/>
          <p:nvPr/>
        </p:nvSpPr>
        <p:spPr>
          <a:xfrm>
            <a:off x="10473810" y="3383959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5207F549-3281-B063-A8CE-5289F1BA5EFF}"/>
              </a:ext>
            </a:extLst>
          </p:cNvPr>
          <p:cNvSpPr txBox="1"/>
          <p:nvPr/>
        </p:nvSpPr>
        <p:spPr>
          <a:xfrm>
            <a:off x="10550846" y="5811143"/>
            <a:ext cx="1303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25000Danga</a:t>
            </a:r>
          </a:p>
          <a:p>
            <a:r>
              <a:rPr lang="en-US" sz="1400" b="1" dirty="0">
                <a:solidFill>
                  <a:srgbClr val="002060"/>
                </a:solidFill>
              </a:rPr>
              <a:t>/Night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E5E5189-39BD-BAB5-A651-26AEB2561425}"/>
              </a:ext>
            </a:extLst>
          </p:cNvPr>
          <p:cNvSpPr txBox="1"/>
          <p:nvPr/>
        </p:nvSpPr>
        <p:spPr>
          <a:xfrm>
            <a:off x="3844605" y="2723929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445DB8F-6472-8D13-5C9E-4C4CC8F57A1F}"/>
              </a:ext>
            </a:extLst>
          </p:cNvPr>
          <p:cNvSpPr txBox="1"/>
          <p:nvPr/>
        </p:nvSpPr>
        <p:spPr>
          <a:xfrm>
            <a:off x="7260821" y="5102382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Available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45D405C-7063-25D7-C558-7DE9D8030C31}"/>
              </a:ext>
            </a:extLst>
          </p:cNvPr>
          <p:cNvSpPr txBox="1"/>
          <p:nvPr/>
        </p:nvSpPr>
        <p:spPr>
          <a:xfrm>
            <a:off x="7254315" y="2683124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Occupied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4EE43A4-2EFF-5026-F8ED-ADFE281F3F40}"/>
              </a:ext>
            </a:extLst>
          </p:cNvPr>
          <p:cNvSpPr txBox="1"/>
          <p:nvPr/>
        </p:nvSpPr>
        <p:spPr>
          <a:xfrm>
            <a:off x="10540462" y="5106453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250B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Maintenance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B1932BC-8EB1-B359-9F05-4B031E5B755A}"/>
              </a:ext>
            </a:extLst>
          </p:cNvPr>
          <p:cNvSpPr txBox="1"/>
          <p:nvPr/>
        </p:nvSpPr>
        <p:spPr>
          <a:xfrm>
            <a:off x="3904363" y="5035333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Reserved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BC7B930-09E7-37DB-761E-206437580BD0}"/>
              </a:ext>
            </a:extLst>
          </p:cNvPr>
          <p:cNvSpPr txBox="1"/>
          <p:nvPr/>
        </p:nvSpPr>
        <p:spPr>
          <a:xfrm>
            <a:off x="10481030" y="2659336"/>
            <a:ext cx="660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66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Dirty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525F7B5A-6EA1-0BBC-719F-CB2DA5EAEA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7504" y="114987"/>
            <a:ext cx="304762" cy="304762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973BFAB0-EF42-B48C-2FAF-5829F7882729}"/>
              </a:ext>
            </a:extLst>
          </p:cNvPr>
          <p:cNvSpPr/>
          <p:nvPr/>
        </p:nvSpPr>
        <p:spPr>
          <a:xfrm>
            <a:off x="2606434" y="-67430"/>
            <a:ext cx="2492530" cy="65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33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Room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EEE0DD-9B9B-0CF0-BAC4-4D81A63E594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52" y="1489552"/>
            <a:ext cx="276525" cy="276525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CA6219-9D6D-86E5-24B5-F16FBC105AB1}"/>
              </a:ext>
            </a:extLst>
          </p:cNvPr>
          <p:cNvSpPr/>
          <p:nvPr/>
        </p:nvSpPr>
        <p:spPr>
          <a:xfrm>
            <a:off x="-10160" y="1990721"/>
            <a:ext cx="2188692" cy="43313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EE82EF-4BB0-C62D-847E-EA9D6F41552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00" y="2051637"/>
            <a:ext cx="266676" cy="2666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7C029B0-324A-A33D-581F-31CA766E28E8}"/>
              </a:ext>
            </a:extLst>
          </p:cNvPr>
          <p:cNvSpPr txBox="1"/>
          <p:nvPr/>
        </p:nvSpPr>
        <p:spPr>
          <a:xfrm>
            <a:off x="426876" y="2027985"/>
            <a:ext cx="1505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Room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D545A-5CA2-3D03-BFBE-C6D01E10AE24}"/>
              </a:ext>
            </a:extLst>
          </p:cNvPr>
          <p:cNvSpPr txBox="1"/>
          <p:nvPr/>
        </p:nvSpPr>
        <p:spPr>
          <a:xfrm>
            <a:off x="505566" y="4117309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Check 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EC0FE-29CD-EB64-DE11-AFA13133316F}"/>
              </a:ext>
            </a:extLst>
          </p:cNvPr>
          <p:cNvSpPr txBox="1"/>
          <p:nvPr/>
        </p:nvSpPr>
        <p:spPr>
          <a:xfrm>
            <a:off x="471511" y="4584189"/>
            <a:ext cx="883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Check Out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5CC6B85-01EB-39BE-EBE2-1B2853D6B0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9" y="4131529"/>
            <a:ext cx="304762" cy="3047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BF067C5-1011-53CF-8C68-8E812A9880B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4" y="4606873"/>
            <a:ext cx="264229" cy="26422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EFA1D9-BFDC-B57E-8CCB-F1B6B1940F1B}"/>
              </a:ext>
            </a:extLst>
          </p:cNvPr>
          <p:cNvSpPr/>
          <p:nvPr/>
        </p:nvSpPr>
        <p:spPr>
          <a:xfrm>
            <a:off x="8826565" y="592488"/>
            <a:ext cx="1077579" cy="29535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Agency FB" panose="020B0503020202020204" pitchFamily="34" charset="0"/>
              </a:rPr>
              <a:t>Single</a:t>
            </a:r>
            <a:endParaRPr lang="en-US" sz="1600" dirty="0">
              <a:latin typeface="Agency FB" panose="020B0503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8095D4B-44BB-582F-BAF9-46E144A780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362" y="612590"/>
            <a:ext cx="304762" cy="3047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45C62DA-338E-E0B8-E367-E74FF55EB0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774" y="107289"/>
            <a:ext cx="304762" cy="30476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8B924FE-6EC9-3DFA-3980-70C7676D2745}"/>
              </a:ext>
            </a:extLst>
          </p:cNvPr>
          <p:cNvSpPr txBox="1"/>
          <p:nvPr/>
        </p:nvSpPr>
        <p:spPr>
          <a:xfrm>
            <a:off x="468863" y="5102382"/>
            <a:ext cx="869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Payments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E47DFF-80EC-CB17-1B50-723C80E3094D}"/>
              </a:ext>
            </a:extLst>
          </p:cNvPr>
          <p:cNvSpPr txBox="1"/>
          <p:nvPr/>
        </p:nvSpPr>
        <p:spPr>
          <a:xfrm>
            <a:off x="480061" y="5580503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gency FB" panose="020B0503020202020204" pitchFamily="34" charset="0"/>
                <a:cs typeface="Aharoni" panose="02010803020104030203" pitchFamily="2" charset="-79"/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2569529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76CF-DA69-EDEA-012B-67ADF19FB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9000" y="981617"/>
            <a:ext cx="5188529" cy="2057400"/>
          </a:xfrm>
        </p:spPr>
        <p:txBody>
          <a:bodyPr/>
          <a:lstStyle/>
          <a:p>
            <a:r>
              <a:rPr lang="en-US" dirty="0"/>
              <a:t>Hotel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3D658-B6BE-E80F-DF3C-37BDE6F63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4904" y="3818984"/>
            <a:ext cx="5188529" cy="860173"/>
          </a:xfrm>
        </p:spPr>
        <p:txBody>
          <a:bodyPr>
            <a:normAutofit/>
          </a:bodyPr>
          <a:lstStyle/>
          <a:p>
            <a:r>
              <a:rPr lang="en-US" sz="3600" dirty="0"/>
              <a:t>Question &amp;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7BDB2-C778-6AE4-2051-81BA61A6438F}"/>
              </a:ext>
            </a:extLst>
          </p:cNvPr>
          <p:cNvSpPr txBox="1"/>
          <p:nvPr/>
        </p:nvSpPr>
        <p:spPr>
          <a:xfrm>
            <a:off x="7752080" y="5842000"/>
            <a:ext cx="4354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by:</a:t>
            </a:r>
          </a:p>
          <a:p>
            <a:r>
              <a:rPr lang="en-US" dirty="0"/>
              <a:t>           -Hotel Management System Team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D6ACED-58C3-3195-4BC0-914B76106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6" y="116916"/>
            <a:ext cx="1564564" cy="15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98289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e16e022e-be2c-4e5f-a1a0-12ee95ec224d_wac_v2" id="{B6B6850C-8787-446D-AEF8-4F4B369C2BE6}" vid="{B649D6A8-486A-404C-BAE4-F6DCFECB1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AF6374-A7FD-4717-AFE0-646B462C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99ED26-B189-4BA1-99D0-1112D8C2F106}">
  <ds:schemaRefs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71af3243-3dd4-4a8d-8c0d-dd76da1f02a5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16c05727-aa75-4e4a-9b5f-8a80a1165891"/>
    <ds:schemaRef ds:uri="http://schemas.microsoft.com/sharepoint/v3"/>
    <ds:schemaRef ds:uri="http://purl.org/dc/dcmitype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{BC02B14D-5A00-4768-92F5-95D76050BF78}a68ed2e1-c015-4bc0-a84f-ee5b52e9f56e-TFe16e022e-be2c-4e5f-a1a0-12ee95ec224d7989ee22_win32</Template>
  <TotalTime>4336</TotalTime>
  <Words>1015</Words>
  <Application>Microsoft Office PowerPoint</Application>
  <PresentationFormat>Widescreen</PresentationFormat>
  <Paragraphs>586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Abadi</vt:lpstr>
      <vt:lpstr>Abadi ExtraLight</vt:lpstr>
      <vt:lpstr>Agency FB</vt:lpstr>
      <vt:lpstr>Aharoni</vt:lpstr>
      <vt:lpstr>Algerian</vt:lpstr>
      <vt:lpstr>Aptos</vt:lpstr>
      <vt:lpstr>Arial</vt:lpstr>
      <vt:lpstr>Avenir Next LT Pro</vt:lpstr>
      <vt:lpstr>Northern lights</vt:lpstr>
      <vt:lpstr>Hotel management System</vt:lpstr>
      <vt:lpstr>Login page</vt:lpstr>
      <vt:lpstr>Login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Hotel management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 htet</dc:creator>
  <cp:lastModifiedBy>Arian htet</cp:lastModifiedBy>
  <cp:revision>1</cp:revision>
  <dcterms:created xsi:type="dcterms:W3CDTF">2026-08-28T11:15:45Z</dcterms:created>
  <dcterms:modified xsi:type="dcterms:W3CDTF">2026-08-31T11:36:14Z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